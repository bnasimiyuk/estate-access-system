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9AF430-55DB-4D59-8F11-7B7C3DF66891}" v="103" dt="2025-10-23T06:27:24.8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9" autoAdjust="0"/>
    <p:restoredTop sz="94660"/>
  </p:normalViewPr>
  <p:slideViewPr>
    <p:cSldViewPr snapToGrid="0">
      <p:cViewPr varScale="1">
        <p:scale>
          <a:sx n="68" d="100"/>
          <a:sy n="68" d="100"/>
        </p:scale>
        <p:origin x="-822"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verlyne Kongani A" userId="9d430d53-d5c8-4250-a7b9-f248a044a0ba" providerId="ADAL" clId="{529AF430-55DB-4D59-8F11-7B7C3DF66891}"/>
    <pc:docChg chg="undo custSel addSld delSld modSld sldOrd">
      <pc:chgData name="Beverlyne Kongani A" userId="9d430d53-d5c8-4250-a7b9-f248a044a0ba" providerId="ADAL" clId="{529AF430-55DB-4D59-8F11-7B7C3DF66891}" dt="2025-10-23T06:27:24.866" v="697" actId="1076"/>
      <pc:docMkLst>
        <pc:docMk/>
      </pc:docMkLst>
      <pc:sldChg chg="addSp delSp modSp mod modTransition setBg addAnim delAnim modAnim">
        <pc:chgData name="Beverlyne Kongani A" userId="9d430d53-d5c8-4250-a7b9-f248a044a0ba" providerId="ADAL" clId="{529AF430-55DB-4D59-8F11-7B7C3DF66891}" dt="2025-10-16T07:30:18.718" v="640"/>
        <pc:sldMkLst>
          <pc:docMk/>
          <pc:sldMk cId="3104421641" sldId="256"/>
        </pc:sldMkLst>
        <pc:spChg chg="mod">
          <ac:chgData name="Beverlyne Kongani A" userId="9d430d53-d5c8-4250-a7b9-f248a044a0ba" providerId="ADAL" clId="{529AF430-55DB-4D59-8F11-7B7C3DF66891}" dt="2025-10-16T07:30:18.718" v="638" actId="26606"/>
          <ac:spMkLst>
            <pc:docMk/>
            <pc:sldMk cId="3104421641" sldId="256"/>
            <ac:spMk id="2" creationId="{14E80C84-0338-470E-8DEF-99FE624EA8C9}"/>
          </ac:spMkLst>
        </pc:spChg>
        <pc:spChg chg="mod">
          <ac:chgData name="Beverlyne Kongani A" userId="9d430d53-d5c8-4250-a7b9-f248a044a0ba" providerId="ADAL" clId="{529AF430-55DB-4D59-8F11-7B7C3DF66891}" dt="2025-10-16T07:30:18.718" v="638" actId="26606"/>
          <ac:spMkLst>
            <pc:docMk/>
            <pc:sldMk cId="3104421641" sldId="256"/>
            <ac:spMk id="3" creationId="{B5796C57-E119-42B6-8A2A-7CCCBA769C6E}"/>
          </ac:spMkLst>
        </pc:spChg>
        <pc:spChg chg="add">
          <ac:chgData name="Beverlyne Kongani A" userId="9d430d53-d5c8-4250-a7b9-f248a044a0ba" providerId="ADAL" clId="{529AF430-55DB-4D59-8F11-7B7C3DF66891}" dt="2025-10-16T07:30:18.718" v="638" actId="26606"/>
          <ac:spMkLst>
            <pc:docMk/>
            <pc:sldMk cId="3104421641" sldId="256"/>
            <ac:spMk id="25" creationId="{FFD48BC7-DC40-47DE-87EE-9F4B6ECB9ABB}"/>
          </ac:spMkLst>
        </pc:spChg>
        <pc:spChg chg="add">
          <ac:chgData name="Beverlyne Kongani A" userId="9d430d53-d5c8-4250-a7b9-f248a044a0ba" providerId="ADAL" clId="{529AF430-55DB-4D59-8F11-7B7C3DF66891}" dt="2025-10-16T07:30:18.718" v="638" actId="26606"/>
          <ac:spMkLst>
            <pc:docMk/>
            <pc:sldMk cId="3104421641" sldId="256"/>
            <ac:spMk id="27" creationId="{E502BBC7-2C76-46F3-BC24-5985BC13DB88}"/>
          </ac:spMkLst>
        </pc:spChg>
        <pc:spChg chg="add">
          <ac:chgData name="Beverlyne Kongani A" userId="9d430d53-d5c8-4250-a7b9-f248a044a0ba" providerId="ADAL" clId="{529AF430-55DB-4D59-8F11-7B7C3DF66891}" dt="2025-10-16T07:30:18.718" v="638" actId="26606"/>
          <ac:spMkLst>
            <pc:docMk/>
            <pc:sldMk cId="3104421641" sldId="256"/>
            <ac:spMk id="29" creationId="{C7F28D52-2A5F-4D23-81AE-7CB8B591C7AF}"/>
          </ac:spMkLst>
        </pc:spChg>
        <pc:spChg chg="add">
          <ac:chgData name="Beverlyne Kongani A" userId="9d430d53-d5c8-4250-a7b9-f248a044a0ba" providerId="ADAL" clId="{529AF430-55DB-4D59-8F11-7B7C3DF66891}" dt="2025-10-16T07:30:18.718" v="638" actId="26606"/>
          <ac:spMkLst>
            <pc:docMk/>
            <pc:sldMk cId="3104421641" sldId="256"/>
            <ac:spMk id="31" creationId="{3629484E-3792-4B3D-89AD-7C8A1ED0E0D4}"/>
          </ac:spMkLst>
        </pc:spChg>
      </pc:sldChg>
      <pc:sldChg chg="addSp delSp modSp mod modTransition setBg delAnim modAnim">
        <pc:chgData name="Beverlyne Kongani A" userId="9d430d53-d5c8-4250-a7b9-f248a044a0ba" providerId="ADAL" clId="{529AF430-55DB-4D59-8F11-7B7C3DF66891}" dt="2025-10-14T11:32:39.435" v="267" actId="20577"/>
        <pc:sldMkLst>
          <pc:docMk/>
          <pc:sldMk cId="1192489078" sldId="257"/>
        </pc:sldMkLst>
        <pc:spChg chg="mod">
          <ac:chgData name="Beverlyne Kongani A" userId="9d430d53-d5c8-4250-a7b9-f248a044a0ba" providerId="ADAL" clId="{529AF430-55DB-4D59-8F11-7B7C3DF66891}" dt="2025-10-07T12:46:42.011" v="195" actId="1076"/>
          <ac:spMkLst>
            <pc:docMk/>
            <pc:sldMk cId="1192489078" sldId="257"/>
            <ac:spMk id="2" creationId="{710986D0-3110-4BEE-B87E-8EA990987127}"/>
          </ac:spMkLst>
        </pc:spChg>
        <pc:spChg chg="add del mod">
          <ac:chgData name="Beverlyne Kongani A" userId="9d430d53-d5c8-4250-a7b9-f248a044a0ba" providerId="ADAL" clId="{529AF430-55DB-4D59-8F11-7B7C3DF66891}" dt="2025-10-14T11:32:39.435" v="267" actId="20577"/>
          <ac:spMkLst>
            <pc:docMk/>
            <pc:sldMk cId="1192489078" sldId="257"/>
            <ac:spMk id="3" creationId="{8BC6EA6F-969F-44C3-91F5-317B72A99548}"/>
          </ac:spMkLst>
        </pc:spChg>
        <pc:spChg chg="add">
          <ac:chgData name="Beverlyne Kongani A" userId="9d430d53-d5c8-4250-a7b9-f248a044a0ba" providerId="ADAL" clId="{529AF430-55DB-4D59-8F11-7B7C3DF66891}" dt="2025-10-07T12:45:25.593" v="185" actId="26606"/>
          <ac:spMkLst>
            <pc:docMk/>
            <pc:sldMk cId="1192489078" sldId="257"/>
            <ac:spMk id="9" creationId="{43C823D3-D619-407C-89E0-C6F6B1E7A42A}"/>
          </ac:spMkLst>
        </pc:spChg>
        <pc:spChg chg="add">
          <ac:chgData name="Beverlyne Kongani A" userId="9d430d53-d5c8-4250-a7b9-f248a044a0ba" providerId="ADAL" clId="{529AF430-55DB-4D59-8F11-7B7C3DF66891}" dt="2025-10-07T12:45:25.593" v="185" actId="26606"/>
          <ac:spMkLst>
            <pc:docMk/>
            <pc:sldMk cId="1192489078" sldId="257"/>
            <ac:spMk id="11" creationId="{047F8E3E-2FFA-4A0F-B3C7-E57ADDCFB415}"/>
          </ac:spMkLst>
        </pc:spChg>
        <pc:grpChg chg="add">
          <ac:chgData name="Beverlyne Kongani A" userId="9d430d53-d5c8-4250-a7b9-f248a044a0ba" providerId="ADAL" clId="{529AF430-55DB-4D59-8F11-7B7C3DF66891}" dt="2025-10-07T12:45:25.593" v="185" actId="26606"/>
          <ac:grpSpMkLst>
            <pc:docMk/>
            <pc:sldMk cId="1192489078" sldId="257"/>
            <ac:grpSpMk id="13" creationId="{33D939F1-7ABE-4D0E-946A-43F37F556AFD}"/>
          </ac:grpSpMkLst>
        </pc:grpChg>
        <pc:grpChg chg="add">
          <ac:chgData name="Beverlyne Kongani A" userId="9d430d53-d5c8-4250-a7b9-f248a044a0ba" providerId="ADAL" clId="{529AF430-55DB-4D59-8F11-7B7C3DF66891}" dt="2025-10-07T12:45:25.593" v="185" actId="26606"/>
          <ac:grpSpMkLst>
            <pc:docMk/>
            <pc:sldMk cId="1192489078" sldId="257"/>
            <ac:grpSpMk id="19" creationId="{9DB3963A-4187-4A72-9DA4-CA6BADE22931}"/>
          </ac:grpSpMkLst>
        </pc:grpChg>
      </pc:sldChg>
      <pc:sldChg chg="addSp delSp modSp mod modTransition setBg delAnim">
        <pc:chgData name="Beverlyne Kongani A" userId="9d430d53-d5c8-4250-a7b9-f248a044a0ba" providerId="ADAL" clId="{529AF430-55DB-4D59-8F11-7B7C3DF66891}" dt="2025-10-14T11:33:53.907" v="271" actId="108"/>
        <pc:sldMkLst>
          <pc:docMk/>
          <pc:sldMk cId="960381155" sldId="258"/>
        </pc:sldMkLst>
        <pc:spChg chg="mod">
          <ac:chgData name="Beverlyne Kongani A" userId="9d430d53-d5c8-4250-a7b9-f248a044a0ba" providerId="ADAL" clId="{529AF430-55DB-4D59-8F11-7B7C3DF66891}" dt="2025-10-14T11:33:53.907" v="271" actId="108"/>
          <ac:spMkLst>
            <pc:docMk/>
            <pc:sldMk cId="960381155" sldId="258"/>
            <ac:spMk id="2" creationId="{88849F93-051B-40EF-83A0-307039411411}"/>
          </ac:spMkLst>
        </pc:spChg>
        <pc:spChg chg="mod">
          <ac:chgData name="Beverlyne Kongani A" userId="9d430d53-d5c8-4250-a7b9-f248a044a0ba" providerId="ADAL" clId="{529AF430-55DB-4D59-8F11-7B7C3DF66891}" dt="2025-10-07T12:44:28.078" v="180" actId="27636"/>
          <ac:spMkLst>
            <pc:docMk/>
            <pc:sldMk cId="960381155" sldId="258"/>
            <ac:spMk id="4" creationId="{FAFE3C13-80A1-A75A-F301-660E9F3D1E87}"/>
          </ac:spMkLst>
        </pc:spChg>
        <pc:spChg chg="add">
          <ac:chgData name="Beverlyne Kongani A" userId="9d430d53-d5c8-4250-a7b9-f248a044a0ba" providerId="ADAL" clId="{529AF430-55DB-4D59-8F11-7B7C3DF66891}" dt="2025-10-07T12:44:28.020" v="179" actId="26606"/>
          <ac:spMkLst>
            <pc:docMk/>
            <pc:sldMk cId="960381155" sldId="258"/>
            <ac:spMk id="12" creationId="{9165109B-7036-4613-93D4-579E77F6EF3C}"/>
          </ac:spMkLst>
        </pc:spChg>
        <pc:spChg chg="add">
          <ac:chgData name="Beverlyne Kongani A" userId="9d430d53-d5c8-4250-a7b9-f248a044a0ba" providerId="ADAL" clId="{529AF430-55DB-4D59-8F11-7B7C3DF66891}" dt="2025-10-07T12:44:28.020" v="179" actId="26606"/>
          <ac:spMkLst>
            <pc:docMk/>
            <pc:sldMk cId="960381155" sldId="258"/>
            <ac:spMk id="14" creationId="{43E8FEA2-54EE-4F84-B5DB-A055A7D805EE}"/>
          </ac:spMkLst>
        </pc:spChg>
        <pc:graphicFrameChg chg="add mod">
          <ac:chgData name="Beverlyne Kongani A" userId="9d430d53-d5c8-4250-a7b9-f248a044a0ba" providerId="ADAL" clId="{529AF430-55DB-4D59-8F11-7B7C3DF66891}" dt="2025-10-07T13:14:31.399" v="205" actId="12269"/>
          <ac:graphicFrameMkLst>
            <pc:docMk/>
            <pc:sldMk cId="960381155" sldId="258"/>
            <ac:graphicFrameMk id="8" creationId="{8D8D8795-7484-21ED-C1ED-DCCEAC102C76}"/>
          </ac:graphicFrameMkLst>
        </pc:graphicFrameChg>
      </pc:sldChg>
      <pc:sldChg chg="addSp delSp modSp new del mod">
        <pc:chgData name="Beverlyne Kongani A" userId="9d430d53-d5c8-4250-a7b9-f248a044a0ba" providerId="ADAL" clId="{529AF430-55DB-4D59-8F11-7B7C3DF66891}" dt="2025-10-07T12:44:53.643" v="181" actId="47"/>
        <pc:sldMkLst>
          <pc:docMk/>
          <pc:sldMk cId="57847819" sldId="259"/>
        </pc:sldMkLst>
      </pc:sldChg>
      <pc:sldChg chg="new del">
        <pc:chgData name="Beverlyne Kongani A" userId="9d430d53-d5c8-4250-a7b9-f248a044a0ba" providerId="ADAL" clId="{529AF430-55DB-4D59-8F11-7B7C3DF66891}" dt="2025-10-14T10:28:09.943" v="246" actId="47"/>
        <pc:sldMkLst>
          <pc:docMk/>
          <pc:sldMk cId="3381744698" sldId="259"/>
        </pc:sldMkLst>
      </pc:sldChg>
      <pc:sldChg chg="addSp delSp modSp add mod ord setBg">
        <pc:chgData name="Beverlyne Kongani A" userId="9d430d53-d5c8-4250-a7b9-f248a044a0ba" providerId="ADAL" clId="{529AF430-55DB-4D59-8F11-7B7C3DF66891}" dt="2025-10-16T07:32:24.369" v="641" actId="26606"/>
        <pc:sldMkLst>
          <pc:docMk/>
          <pc:sldMk cId="751527097" sldId="260"/>
        </pc:sldMkLst>
        <pc:spChg chg="mod">
          <ac:chgData name="Beverlyne Kongani A" userId="9d430d53-d5c8-4250-a7b9-f248a044a0ba" providerId="ADAL" clId="{529AF430-55DB-4D59-8F11-7B7C3DF66891}" dt="2025-10-16T07:32:24.369" v="641" actId="26606"/>
          <ac:spMkLst>
            <pc:docMk/>
            <pc:sldMk cId="751527097" sldId="260"/>
            <ac:spMk id="2" creationId="{B4CE3639-617B-8FEA-29EF-22BF1D289273}"/>
          </ac:spMkLst>
        </pc:spChg>
        <pc:spChg chg="add">
          <ac:chgData name="Beverlyne Kongani A" userId="9d430d53-d5c8-4250-a7b9-f248a044a0ba" providerId="ADAL" clId="{529AF430-55DB-4D59-8F11-7B7C3DF66891}" dt="2025-10-16T07:32:24.369" v="641" actId="26606"/>
          <ac:spMkLst>
            <pc:docMk/>
            <pc:sldMk cId="751527097" sldId="260"/>
            <ac:spMk id="9" creationId="{9DBC8166-481C-4473-95F5-9A5B9073B7F1}"/>
          </ac:spMkLst>
        </pc:spChg>
        <pc:spChg chg="add">
          <ac:chgData name="Beverlyne Kongani A" userId="9d430d53-d5c8-4250-a7b9-f248a044a0ba" providerId="ADAL" clId="{529AF430-55DB-4D59-8F11-7B7C3DF66891}" dt="2025-10-16T07:32:24.369" v="641" actId="26606"/>
          <ac:spMkLst>
            <pc:docMk/>
            <pc:sldMk cId="751527097" sldId="260"/>
            <ac:spMk id="11" creationId="{A5A5CE6E-90AF-4D43-A014-1F9EC83EB93D}"/>
          </ac:spMkLst>
        </pc:spChg>
        <pc:graphicFrameChg chg="add">
          <ac:chgData name="Beverlyne Kongani A" userId="9d430d53-d5c8-4250-a7b9-f248a044a0ba" providerId="ADAL" clId="{529AF430-55DB-4D59-8F11-7B7C3DF66891}" dt="2025-10-16T07:32:24.369" v="641" actId="26606"/>
          <ac:graphicFrameMkLst>
            <pc:docMk/>
            <pc:sldMk cId="751527097" sldId="260"/>
            <ac:graphicFrameMk id="5" creationId="{2CC82268-CE96-AD2F-DD9E-5CC4A81FFBF7}"/>
          </ac:graphicFrameMkLst>
        </pc:graphicFrameChg>
      </pc:sldChg>
      <pc:sldChg chg="addSp delSp modSp new del mod setBg">
        <pc:chgData name="Beverlyne Kongani A" userId="9d430d53-d5c8-4250-a7b9-f248a044a0ba" providerId="ADAL" clId="{529AF430-55DB-4D59-8F11-7B7C3DF66891}" dt="2025-10-07T12:44:55.450" v="182" actId="47"/>
        <pc:sldMkLst>
          <pc:docMk/>
          <pc:sldMk cId="2291547464" sldId="260"/>
        </pc:sldMkLst>
      </pc:sldChg>
      <pc:sldChg chg="addSp delSp modSp new del mod">
        <pc:chgData name="Beverlyne Kongani A" userId="9d430d53-d5c8-4250-a7b9-f248a044a0ba" providerId="ADAL" clId="{529AF430-55DB-4D59-8F11-7B7C3DF66891}" dt="2025-10-07T12:44:56.890" v="183" actId="47"/>
        <pc:sldMkLst>
          <pc:docMk/>
          <pc:sldMk cId="1292429016" sldId="261"/>
        </pc:sldMkLst>
      </pc:sldChg>
      <pc:sldChg chg="addSp delSp modSp new mod setBg">
        <pc:chgData name="Beverlyne Kongani A" userId="9d430d53-d5c8-4250-a7b9-f248a044a0ba" providerId="ADAL" clId="{529AF430-55DB-4D59-8F11-7B7C3DF66891}" dt="2025-10-15T17:31:00.090" v="280" actId="108"/>
        <pc:sldMkLst>
          <pc:docMk/>
          <pc:sldMk cId="2356417339" sldId="261"/>
        </pc:sldMkLst>
        <pc:spChg chg="mod">
          <ac:chgData name="Beverlyne Kongani A" userId="9d430d53-d5c8-4250-a7b9-f248a044a0ba" providerId="ADAL" clId="{529AF430-55DB-4D59-8F11-7B7C3DF66891}" dt="2025-10-15T17:31:00.090" v="280" actId="108"/>
          <ac:spMkLst>
            <pc:docMk/>
            <pc:sldMk cId="2356417339" sldId="261"/>
            <ac:spMk id="2" creationId="{15843D3D-8FD9-9688-D58B-9BD4DE4AB322}"/>
          </ac:spMkLst>
        </pc:spChg>
        <pc:spChg chg="add">
          <ac:chgData name="Beverlyne Kongani A" userId="9d430d53-d5c8-4250-a7b9-f248a044a0ba" providerId="ADAL" clId="{529AF430-55DB-4D59-8F11-7B7C3DF66891}" dt="2025-10-15T17:29:58.078" v="276" actId="26606"/>
          <ac:spMkLst>
            <pc:docMk/>
            <pc:sldMk cId="2356417339" sldId="261"/>
            <ac:spMk id="21" creationId="{53B021B3-DE93-4AB7-8A18-CF5F1CED88B8}"/>
          </ac:spMkLst>
        </pc:spChg>
        <pc:spChg chg="add">
          <ac:chgData name="Beverlyne Kongani A" userId="9d430d53-d5c8-4250-a7b9-f248a044a0ba" providerId="ADAL" clId="{529AF430-55DB-4D59-8F11-7B7C3DF66891}" dt="2025-10-15T17:29:58.078" v="276" actId="26606"/>
          <ac:spMkLst>
            <pc:docMk/>
            <pc:sldMk cId="2356417339" sldId="261"/>
            <ac:spMk id="23" creationId="{52D502E5-F6B4-4D58-B4AE-FC466FF15EE8}"/>
          </ac:spMkLst>
        </pc:spChg>
        <pc:spChg chg="add">
          <ac:chgData name="Beverlyne Kongani A" userId="9d430d53-d5c8-4250-a7b9-f248a044a0ba" providerId="ADAL" clId="{529AF430-55DB-4D59-8F11-7B7C3DF66891}" dt="2025-10-15T17:29:58.078" v="276" actId="26606"/>
          <ac:spMkLst>
            <pc:docMk/>
            <pc:sldMk cId="2356417339" sldId="261"/>
            <ac:spMk id="25" creationId="{9DECDBF4-02B6-4BB4-B65B-B8107AD6A9E8}"/>
          </ac:spMkLst>
        </pc:spChg>
        <pc:graphicFrameChg chg="add mod ord modGraphic">
          <ac:chgData name="Beverlyne Kongani A" userId="9d430d53-d5c8-4250-a7b9-f248a044a0ba" providerId="ADAL" clId="{529AF430-55DB-4D59-8F11-7B7C3DF66891}" dt="2025-10-15T17:29:58.078" v="276" actId="26606"/>
          <ac:graphicFrameMkLst>
            <pc:docMk/>
            <pc:sldMk cId="2356417339" sldId="261"/>
            <ac:graphicFrameMk id="5" creationId="{047990C9-E703-5B00-26BA-4C9D8242020E}"/>
          </ac:graphicFrameMkLst>
        </pc:graphicFrameChg>
      </pc:sldChg>
      <pc:sldChg chg="addSp delSp modSp new mod setBg">
        <pc:chgData name="Beverlyne Kongani A" userId="9d430d53-d5c8-4250-a7b9-f248a044a0ba" providerId="ADAL" clId="{529AF430-55DB-4D59-8F11-7B7C3DF66891}" dt="2025-10-16T07:32:45.085" v="642" actId="26606"/>
        <pc:sldMkLst>
          <pc:docMk/>
          <pc:sldMk cId="79370805" sldId="262"/>
        </pc:sldMkLst>
        <pc:spChg chg="mod">
          <ac:chgData name="Beverlyne Kongani A" userId="9d430d53-d5c8-4250-a7b9-f248a044a0ba" providerId="ADAL" clId="{529AF430-55DB-4D59-8F11-7B7C3DF66891}" dt="2025-10-16T07:32:45.085" v="642" actId="26606"/>
          <ac:spMkLst>
            <pc:docMk/>
            <pc:sldMk cId="79370805" sldId="262"/>
            <ac:spMk id="2" creationId="{3B41A085-C996-F7A3-3E53-FD79ABE376DD}"/>
          </ac:spMkLst>
        </pc:spChg>
        <pc:spChg chg="add">
          <ac:chgData name="Beverlyne Kongani A" userId="9d430d53-d5c8-4250-a7b9-f248a044a0ba" providerId="ADAL" clId="{529AF430-55DB-4D59-8F11-7B7C3DF66891}" dt="2025-10-16T07:32:45.085" v="642" actId="26606"/>
          <ac:spMkLst>
            <pc:docMk/>
            <pc:sldMk cId="79370805" sldId="262"/>
            <ac:spMk id="12" creationId="{A8384FB5-9ADC-4DDC-881B-597D56F5B15D}"/>
          </ac:spMkLst>
        </pc:spChg>
        <pc:spChg chg="add">
          <ac:chgData name="Beverlyne Kongani A" userId="9d430d53-d5c8-4250-a7b9-f248a044a0ba" providerId="ADAL" clId="{529AF430-55DB-4D59-8F11-7B7C3DF66891}" dt="2025-10-16T07:32:45.085" v="642" actId="26606"/>
          <ac:spMkLst>
            <pc:docMk/>
            <pc:sldMk cId="79370805" sldId="262"/>
            <ac:spMk id="15" creationId="{1199E1B1-A8C0-4FE8-A5A8-1CB41D69F857}"/>
          </ac:spMkLst>
        </pc:spChg>
        <pc:spChg chg="add">
          <ac:chgData name="Beverlyne Kongani A" userId="9d430d53-d5c8-4250-a7b9-f248a044a0ba" providerId="ADAL" clId="{529AF430-55DB-4D59-8F11-7B7C3DF66891}" dt="2025-10-16T07:32:45.085" v="642" actId="26606"/>
          <ac:spMkLst>
            <pc:docMk/>
            <pc:sldMk cId="79370805" sldId="262"/>
            <ac:spMk id="17" creationId="{84A8DE83-DE75-4B41-9DB4-A7EC0B0DEC0B}"/>
          </ac:spMkLst>
        </pc:spChg>
        <pc:spChg chg="add">
          <ac:chgData name="Beverlyne Kongani A" userId="9d430d53-d5c8-4250-a7b9-f248a044a0ba" providerId="ADAL" clId="{529AF430-55DB-4D59-8F11-7B7C3DF66891}" dt="2025-10-16T07:32:45.085" v="642" actId="26606"/>
          <ac:spMkLst>
            <pc:docMk/>
            <pc:sldMk cId="79370805" sldId="262"/>
            <ac:spMk id="19" creationId="{A7009A0A-BEF5-4EAC-AF15-E4F9F002E239}"/>
          </ac:spMkLst>
        </pc:spChg>
        <pc:graphicFrameChg chg="add mod ord modGraphic">
          <ac:chgData name="Beverlyne Kongani A" userId="9d430d53-d5c8-4250-a7b9-f248a044a0ba" providerId="ADAL" clId="{529AF430-55DB-4D59-8F11-7B7C3DF66891}" dt="2025-10-16T07:32:45.085" v="642" actId="26606"/>
          <ac:graphicFrameMkLst>
            <pc:docMk/>
            <pc:sldMk cId="79370805" sldId="262"/>
            <ac:graphicFrameMk id="8" creationId="{7E140E35-9BF3-5A66-6279-59F73824A962}"/>
          </ac:graphicFrameMkLst>
        </pc:graphicFrameChg>
      </pc:sldChg>
      <pc:sldChg chg="addSp delSp modSp new mod setBg">
        <pc:chgData name="Beverlyne Kongani A" userId="9d430d53-d5c8-4250-a7b9-f248a044a0ba" providerId="ADAL" clId="{529AF430-55DB-4D59-8F11-7B7C3DF66891}" dt="2025-10-16T07:32:56.039" v="643" actId="26606"/>
        <pc:sldMkLst>
          <pc:docMk/>
          <pc:sldMk cId="3615128929" sldId="263"/>
        </pc:sldMkLst>
        <pc:spChg chg="mod">
          <ac:chgData name="Beverlyne Kongani A" userId="9d430d53-d5c8-4250-a7b9-f248a044a0ba" providerId="ADAL" clId="{529AF430-55DB-4D59-8F11-7B7C3DF66891}" dt="2025-10-16T07:32:56.039" v="643" actId="26606"/>
          <ac:spMkLst>
            <pc:docMk/>
            <pc:sldMk cId="3615128929" sldId="263"/>
            <ac:spMk id="2" creationId="{2CACCA79-61D7-BBF6-A416-F39DA2ABDC15}"/>
          </ac:spMkLst>
        </pc:spChg>
        <pc:spChg chg="mod">
          <ac:chgData name="Beverlyne Kongani A" userId="9d430d53-d5c8-4250-a7b9-f248a044a0ba" providerId="ADAL" clId="{529AF430-55DB-4D59-8F11-7B7C3DF66891}" dt="2025-10-16T07:32:56.039" v="643" actId="26606"/>
          <ac:spMkLst>
            <pc:docMk/>
            <pc:sldMk cId="3615128929" sldId="263"/>
            <ac:spMk id="3" creationId="{02A79B23-25BE-1442-D18A-F84BC66CE9F6}"/>
          </ac:spMkLst>
        </pc:spChg>
        <pc:spChg chg="add">
          <ac:chgData name="Beverlyne Kongani A" userId="9d430d53-d5c8-4250-a7b9-f248a044a0ba" providerId="ADAL" clId="{529AF430-55DB-4D59-8F11-7B7C3DF66891}" dt="2025-10-16T07:32:56.039" v="643" actId="26606"/>
          <ac:spMkLst>
            <pc:docMk/>
            <pc:sldMk cId="3615128929" sldId="263"/>
            <ac:spMk id="8" creationId="{1B15ED52-F352-441B-82BF-E0EA34836D08}"/>
          </ac:spMkLst>
        </pc:spChg>
        <pc:spChg chg="add">
          <ac:chgData name="Beverlyne Kongani A" userId="9d430d53-d5c8-4250-a7b9-f248a044a0ba" providerId="ADAL" clId="{529AF430-55DB-4D59-8F11-7B7C3DF66891}" dt="2025-10-16T07:32:56.039" v="643" actId="26606"/>
          <ac:spMkLst>
            <pc:docMk/>
            <pc:sldMk cId="3615128929" sldId="263"/>
            <ac:spMk id="10" creationId="{3B2E3793-BFE6-45A2-9B7B-E18844431C99}"/>
          </ac:spMkLst>
        </pc:spChg>
        <pc:spChg chg="add">
          <ac:chgData name="Beverlyne Kongani A" userId="9d430d53-d5c8-4250-a7b9-f248a044a0ba" providerId="ADAL" clId="{529AF430-55DB-4D59-8F11-7B7C3DF66891}" dt="2025-10-16T07:32:56.039" v="643" actId="26606"/>
          <ac:spMkLst>
            <pc:docMk/>
            <pc:sldMk cId="3615128929" sldId="263"/>
            <ac:spMk id="12" creationId="{BC4C4868-CB8F-4AF9-9CDB-8108F2C19B67}"/>
          </ac:spMkLst>
        </pc:spChg>
        <pc:spChg chg="add">
          <ac:chgData name="Beverlyne Kongani A" userId="9d430d53-d5c8-4250-a7b9-f248a044a0ba" providerId="ADAL" clId="{529AF430-55DB-4D59-8F11-7B7C3DF66891}" dt="2025-10-16T07:32:56.039" v="643" actId="26606"/>
          <ac:spMkLst>
            <pc:docMk/>
            <pc:sldMk cId="3615128929" sldId="263"/>
            <ac:spMk id="14" creationId="{375E0459-6403-40CD-989D-56A4407CA12E}"/>
          </ac:spMkLst>
        </pc:spChg>
        <pc:spChg chg="add">
          <ac:chgData name="Beverlyne Kongani A" userId="9d430d53-d5c8-4250-a7b9-f248a044a0ba" providerId="ADAL" clId="{529AF430-55DB-4D59-8F11-7B7C3DF66891}" dt="2025-10-16T07:32:56.039" v="643" actId="26606"/>
          <ac:spMkLst>
            <pc:docMk/>
            <pc:sldMk cId="3615128929" sldId="263"/>
            <ac:spMk id="16" creationId="{53E5B1A8-3AC9-4BD1-9BBC-78CA94F2D1BA}"/>
          </ac:spMkLst>
        </pc:spChg>
      </pc:sldChg>
      <pc:sldChg chg="addSp delSp modSp new mod setBg">
        <pc:chgData name="Beverlyne Kongani A" userId="9d430d53-d5c8-4250-a7b9-f248a044a0ba" providerId="ADAL" clId="{529AF430-55DB-4D59-8F11-7B7C3DF66891}" dt="2025-10-16T07:33:08.293" v="644" actId="26606"/>
        <pc:sldMkLst>
          <pc:docMk/>
          <pc:sldMk cId="2627579094" sldId="264"/>
        </pc:sldMkLst>
        <pc:spChg chg="mod">
          <ac:chgData name="Beverlyne Kongani A" userId="9d430d53-d5c8-4250-a7b9-f248a044a0ba" providerId="ADAL" clId="{529AF430-55DB-4D59-8F11-7B7C3DF66891}" dt="2025-10-16T07:33:08.293" v="644" actId="26606"/>
          <ac:spMkLst>
            <pc:docMk/>
            <pc:sldMk cId="2627579094" sldId="264"/>
            <ac:spMk id="2" creationId="{27917CFA-821F-428E-84FE-EF42A08C7E2E}"/>
          </ac:spMkLst>
        </pc:spChg>
        <pc:spChg chg="add">
          <ac:chgData name="Beverlyne Kongani A" userId="9d430d53-d5c8-4250-a7b9-f248a044a0ba" providerId="ADAL" clId="{529AF430-55DB-4D59-8F11-7B7C3DF66891}" dt="2025-10-16T07:33:08.293" v="644" actId="26606"/>
          <ac:spMkLst>
            <pc:docMk/>
            <pc:sldMk cId="2627579094" sldId="264"/>
            <ac:spMk id="11" creationId="{BACC6370-2D7E-4714-9D71-7542949D7D5D}"/>
          </ac:spMkLst>
        </pc:spChg>
        <pc:spChg chg="add">
          <ac:chgData name="Beverlyne Kongani A" userId="9d430d53-d5c8-4250-a7b9-f248a044a0ba" providerId="ADAL" clId="{529AF430-55DB-4D59-8F11-7B7C3DF66891}" dt="2025-10-16T07:33:08.293" v="644" actId="26606"/>
          <ac:spMkLst>
            <pc:docMk/>
            <pc:sldMk cId="2627579094" sldId="264"/>
            <ac:spMk id="13" creationId="{F68B3F68-107C-434F-AA38-110D5EA91B85}"/>
          </ac:spMkLst>
        </pc:spChg>
        <pc:spChg chg="add">
          <ac:chgData name="Beverlyne Kongani A" userId="9d430d53-d5c8-4250-a7b9-f248a044a0ba" providerId="ADAL" clId="{529AF430-55DB-4D59-8F11-7B7C3DF66891}" dt="2025-10-16T07:33:08.293" v="644" actId="26606"/>
          <ac:spMkLst>
            <pc:docMk/>
            <pc:sldMk cId="2627579094" sldId="264"/>
            <ac:spMk id="15" creationId="{AAD0DBB9-1A4B-4391-81D4-CB19F9AB918A}"/>
          </ac:spMkLst>
        </pc:spChg>
        <pc:spChg chg="add">
          <ac:chgData name="Beverlyne Kongani A" userId="9d430d53-d5c8-4250-a7b9-f248a044a0ba" providerId="ADAL" clId="{529AF430-55DB-4D59-8F11-7B7C3DF66891}" dt="2025-10-16T07:33:08.293" v="644" actId="26606"/>
          <ac:spMkLst>
            <pc:docMk/>
            <pc:sldMk cId="2627579094" sldId="264"/>
            <ac:spMk id="17" creationId="{063BBA22-50EA-4C4D-BE05-F1CE4E63AA56}"/>
          </ac:spMkLst>
        </pc:spChg>
        <pc:graphicFrameChg chg="add">
          <ac:chgData name="Beverlyne Kongani A" userId="9d430d53-d5c8-4250-a7b9-f248a044a0ba" providerId="ADAL" clId="{529AF430-55DB-4D59-8F11-7B7C3DF66891}" dt="2025-10-16T07:33:08.293" v="644" actId="26606"/>
          <ac:graphicFrameMkLst>
            <pc:docMk/>
            <pc:sldMk cId="2627579094" sldId="264"/>
            <ac:graphicFrameMk id="7" creationId="{A425DB3D-2929-BFA8-F56B-FF52FBFEDB98}"/>
          </ac:graphicFrameMkLst>
        </pc:graphicFrameChg>
      </pc:sldChg>
      <pc:sldChg chg="addSp delSp modSp new mod setBg">
        <pc:chgData name="Beverlyne Kongani A" userId="9d430d53-d5c8-4250-a7b9-f248a044a0ba" providerId="ADAL" clId="{529AF430-55DB-4D59-8F11-7B7C3DF66891}" dt="2025-10-16T07:33:29.731" v="645" actId="26606"/>
        <pc:sldMkLst>
          <pc:docMk/>
          <pc:sldMk cId="2894801269" sldId="265"/>
        </pc:sldMkLst>
        <pc:spChg chg="add mod">
          <ac:chgData name="Beverlyne Kongani A" userId="9d430d53-d5c8-4250-a7b9-f248a044a0ba" providerId="ADAL" clId="{529AF430-55DB-4D59-8F11-7B7C3DF66891}" dt="2025-10-16T07:33:29.731" v="645" actId="26606"/>
          <ac:spMkLst>
            <pc:docMk/>
            <pc:sldMk cId="2894801269" sldId="265"/>
            <ac:spMk id="6" creationId="{5D4C7AC1-1E17-B342-B551-AC3407731B81}"/>
          </ac:spMkLst>
        </pc:spChg>
        <pc:spChg chg="add">
          <ac:chgData name="Beverlyne Kongani A" userId="9d430d53-d5c8-4250-a7b9-f248a044a0ba" providerId="ADAL" clId="{529AF430-55DB-4D59-8F11-7B7C3DF66891}" dt="2025-10-16T07:33:29.731" v="645" actId="26606"/>
          <ac:spMkLst>
            <pc:docMk/>
            <pc:sldMk cId="2894801269" sldId="265"/>
            <ac:spMk id="11" creationId="{1B15ED52-F352-441B-82BF-E0EA34836D08}"/>
          </ac:spMkLst>
        </pc:spChg>
        <pc:spChg chg="add">
          <ac:chgData name="Beverlyne Kongani A" userId="9d430d53-d5c8-4250-a7b9-f248a044a0ba" providerId="ADAL" clId="{529AF430-55DB-4D59-8F11-7B7C3DF66891}" dt="2025-10-16T07:33:29.731" v="645" actId="26606"/>
          <ac:spMkLst>
            <pc:docMk/>
            <pc:sldMk cId="2894801269" sldId="265"/>
            <ac:spMk id="13" creationId="{3B2E3793-BFE6-45A2-9B7B-E18844431C99}"/>
          </ac:spMkLst>
        </pc:spChg>
        <pc:spChg chg="add">
          <ac:chgData name="Beverlyne Kongani A" userId="9d430d53-d5c8-4250-a7b9-f248a044a0ba" providerId="ADAL" clId="{529AF430-55DB-4D59-8F11-7B7C3DF66891}" dt="2025-10-16T07:33:29.731" v="645" actId="26606"/>
          <ac:spMkLst>
            <pc:docMk/>
            <pc:sldMk cId="2894801269" sldId="265"/>
            <ac:spMk id="15" creationId="{BC4C4868-CB8F-4AF9-9CDB-8108F2C19B67}"/>
          </ac:spMkLst>
        </pc:spChg>
        <pc:spChg chg="add">
          <ac:chgData name="Beverlyne Kongani A" userId="9d430d53-d5c8-4250-a7b9-f248a044a0ba" providerId="ADAL" clId="{529AF430-55DB-4D59-8F11-7B7C3DF66891}" dt="2025-10-16T07:33:29.731" v="645" actId="26606"/>
          <ac:spMkLst>
            <pc:docMk/>
            <pc:sldMk cId="2894801269" sldId="265"/>
            <ac:spMk id="17" creationId="{375E0459-6403-40CD-989D-56A4407CA12E}"/>
          </ac:spMkLst>
        </pc:spChg>
        <pc:spChg chg="add">
          <ac:chgData name="Beverlyne Kongani A" userId="9d430d53-d5c8-4250-a7b9-f248a044a0ba" providerId="ADAL" clId="{529AF430-55DB-4D59-8F11-7B7C3DF66891}" dt="2025-10-16T07:33:29.731" v="645" actId="26606"/>
          <ac:spMkLst>
            <pc:docMk/>
            <pc:sldMk cId="2894801269" sldId="265"/>
            <ac:spMk id="19" creationId="{53E5B1A8-3AC9-4BD1-9BBC-78CA94F2D1BA}"/>
          </ac:spMkLst>
        </pc:spChg>
      </pc:sldChg>
      <pc:sldChg chg="addSp delSp modSp new mod setBg">
        <pc:chgData name="Beverlyne Kongani A" userId="9d430d53-d5c8-4250-a7b9-f248a044a0ba" providerId="ADAL" clId="{529AF430-55DB-4D59-8F11-7B7C3DF66891}" dt="2025-10-16T07:33:38.743" v="646" actId="26606"/>
        <pc:sldMkLst>
          <pc:docMk/>
          <pc:sldMk cId="2124941459" sldId="266"/>
        </pc:sldMkLst>
        <pc:spChg chg="mod">
          <ac:chgData name="Beverlyne Kongani A" userId="9d430d53-d5c8-4250-a7b9-f248a044a0ba" providerId="ADAL" clId="{529AF430-55DB-4D59-8F11-7B7C3DF66891}" dt="2025-10-16T07:33:38.743" v="646" actId="26606"/>
          <ac:spMkLst>
            <pc:docMk/>
            <pc:sldMk cId="2124941459" sldId="266"/>
            <ac:spMk id="2" creationId="{572FAFDA-752F-3D31-B333-5DC0A37DBB88}"/>
          </ac:spMkLst>
        </pc:spChg>
        <pc:spChg chg="mod">
          <ac:chgData name="Beverlyne Kongani A" userId="9d430d53-d5c8-4250-a7b9-f248a044a0ba" providerId="ADAL" clId="{529AF430-55DB-4D59-8F11-7B7C3DF66891}" dt="2025-10-16T07:33:38.743" v="646" actId="26606"/>
          <ac:spMkLst>
            <pc:docMk/>
            <pc:sldMk cId="2124941459" sldId="266"/>
            <ac:spMk id="3" creationId="{3A693CC4-2BF2-3E77-B8C6-3FCC60E3288B}"/>
          </ac:spMkLst>
        </pc:spChg>
        <pc:spChg chg="add">
          <ac:chgData name="Beverlyne Kongani A" userId="9d430d53-d5c8-4250-a7b9-f248a044a0ba" providerId="ADAL" clId="{529AF430-55DB-4D59-8F11-7B7C3DF66891}" dt="2025-10-16T07:33:38.743" v="646" actId="26606"/>
          <ac:spMkLst>
            <pc:docMk/>
            <pc:sldMk cId="2124941459" sldId="266"/>
            <ac:spMk id="8" creationId="{1B15ED52-F352-441B-82BF-E0EA34836D08}"/>
          </ac:spMkLst>
        </pc:spChg>
        <pc:spChg chg="add">
          <ac:chgData name="Beverlyne Kongani A" userId="9d430d53-d5c8-4250-a7b9-f248a044a0ba" providerId="ADAL" clId="{529AF430-55DB-4D59-8F11-7B7C3DF66891}" dt="2025-10-16T07:33:38.743" v="646" actId="26606"/>
          <ac:spMkLst>
            <pc:docMk/>
            <pc:sldMk cId="2124941459" sldId="266"/>
            <ac:spMk id="10" creationId="{3B2E3793-BFE6-45A2-9B7B-E18844431C99}"/>
          </ac:spMkLst>
        </pc:spChg>
        <pc:spChg chg="add">
          <ac:chgData name="Beverlyne Kongani A" userId="9d430d53-d5c8-4250-a7b9-f248a044a0ba" providerId="ADAL" clId="{529AF430-55DB-4D59-8F11-7B7C3DF66891}" dt="2025-10-16T07:33:38.743" v="646" actId="26606"/>
          <ac:spMkLst>
            <pc:docMk/>
            <pc:sldMk cId="2124941459" sldId="266"/>
            <ac:spMk id="12" creationId="{BC4C4868-CB8F-4AF9-9CDB-8108F2C19B67}"/>
          </ac:spMkLst>
        </pc:spChg>
        <pc:spChg chg="add">
          <ac:chgData name="Beverlyne Kongani A" userId="9d430d53-d5c8-4250-a7b9-f248a044a0ba" providerId="ADAL" clId="{529AF430-55DB-4D59-8F11-7B7C3DF66891}" dt="2025-10-16T07:33:38.743" v="646" actId="26606"/>
          <ac:spMkLst>
            <pc:docMk/>
            <pc:sldMk cId="2124941459" sldId="266"/>
            <ac:spMk id="14" creationId="{375E0459-6403-40CD-989D-56A4407CA12E}"/>
          </ac:spMkLst>
        </pc:spChg>
        <pc:spChg chg="add">
          <ac:chgData name="Beverlyne Kongani A" userId="9d430d53-d5c8-4250-a7b9-f248a044a0ba" providerId="ADAL" clId="{529AF430-55DB-4D59-8F11-7B7C3DF66891}" dt="2025-10-16T07:33:38.743" v="646" actId="26606"/>
          <ac:spMkLst>
            <pc:docMk/>
            <pc:sldMk cId="2124941459" sldId="266"/>
            <ac:spMk id="16" creationId="{53E5B1A8-3AC9-4BD1-9BBC-78CA94F2D1BA}"/>
          </ac:spMkLst>
        </pc:spChg>
      </pc:sldChg>
      <pc:sldChg chg="addSp delSp modSp new mod setBg">
        <pc:chgData name="Beverlyne Kongani A" userId="9d430d53-d5c8-4250-a7b9-f248a044a0ba" providerId="ADAL" clId="{529AF430-55DB-4D59-8F11-7B7C3DF66891}" dt="2025-10-16T14:24:46.311" v="653" actId="14734"/>
        <pc:sldMkLst>
          <pc:docMk/>
          <pc:sldMk cId="706351280" sldId="267"/>
        </pc:sldMkLst>
        <pc:spChg chg="mod ord">
          <ac:chgData name="Beverlyne Kongani A" userId="9d430d53-d5c8-4250-a7b9-f248a044a0ba" providerId="ADAL" clId="{529AF430-55DB-4D59-8F11-7B7C3DF66891}" dt="2025-10-16T07:33:45.682" v="647" actId="26606"/>
          <ac:spMkLst>
            <pc:docMk/>
            <pc:sldMk cId="706351280" sldId="267"/>
            <ac:spMk id="4" creationId="{DCE1890C-D718-FD6F-F99C-BAE2CC7498FB}"/>
          </ac:spMkLst>
        </pc:spChg>
        <pc:spChg chg="add mod">
          <ac:chgData name="Beverlyne Kongani A" userId="9d430d53-d5c8-4250-a7b9-f248a044a0ba" providerId="ADAL" clId="{529AF430-55DB-4D59-8F11-7B7C3DF66891}" dt="2025-10-16T07:33:45.682" v="647" actId="26606"/>
          <ac:spMkLst>
            <pc:docMk/>
            <pc:sldMk cId="706351280" sldId="267"/>
            <ac:spMk id="6" creationId="{EECC3F8B-E39F-9B8B-E25B-D244E6C02D6A}"/>
          </ac:spMkLst>
        </pc:spChg>
        <pc:spChg chg="add">
          <ac:chgData name="Beverlyne Kongani A" userId="9d430d53-d5c8-4250-a7b9-f248a044a0ba" providerId="ADAL" clId="{529AF430-55DB-4D59-8F11-7B7C3DF66891}" dt="2025-10-16T07:33:45.682" v="647" actId="26606"/>
          <ac:spMkLst>
            <pc:docMk/>
            <pc:sldMk cId="706351280" sldId="267"/>
            <ac:spMk id="11" creationId="{BACC6370-2D7E-4714-9D71-7542949D7D5D}"/>
          </ac:spMkLst>
        </pc:spChg>
        <pc:spChg chg="add">
          <ac:chgData name="Beverlyne Kongani A" userId="9d430d53-d5c8-4250-a7b9-f248a044a0ba" providerId="ADAL" clId="{529AF430-55DB-4D59-8F11-7B7C3DF66891}" dt="2025-10-16T07:33:45.682" v="647" actId="26606"/>
          <ac:spMkLst>
            <pc:docMk/>
            <pc:sldMk cId="706351280" sldId="267"/>
            <ac:spMk id="13" creationId="{F68B3F68-107C-434F-AA38-110D5EA91B85}"/>
          </ac:spMkLst>
        </pc:spChg>
        <pc:spChg chg="add">
          <ac:chgData name="Beverlyne Kongani A" userId="9d430d53-d5c8-4250-a7b9-f248a044a0ba" providerId="ADAL" clId="{529AF430-55DB-4D59-8F11-7B7C3DF66891}" dt="2025-10-16T07:33:45.682" v="647" actId="26606"/>
          <ac:spMkLst>
            <pc:docMk/>
            <pc:sldMk cId="706351280" sldId="267"/>
            <ac:spMk id="15" creationId="{AAD0DBB9-1A4B-4391-81D4-CB19F9AB918A}"/>
          </ac:spMkLst>
        </pc:spChg>
        <pc:spChg chg="add">
          <ac:chgData name="Beverlyne Kongani A" userId="9d430d53-d5c8-4250-a7b9-f248a044a0ba" providerId="ADAL" clId="{529AF430-55DB-4D59-8F11-7B7C3DF66891}" dt="2025-10-16T07:33:45.682" v="647" actId="26606"/>
          <ac:spMkLst>
            <pc:docMk/>
            <pc:sldMk cId="706351280" sldId="267"/>
            <ac:spMk id="17" creationId="{063BBA22-50EA-4C4D-BE05-F1CE4E63AA56}"/>
          </ac:spMkLst>
        </pc:spChg>
        <pc:graphicFrameChg chg="add mod ord modGraphic">
          <ac:chgData name="Beverlyne Kongani A" userId="9d430d53-d5c8-4250-a7b9-f248a044a0ba" providerId="ADAL" clId="{529AF430-55DB-4D59-8F11-7B7C3DF66891}" dt="2025-10-16T14:24:46.311" v="653" actId="14734"/>
          <ac:graphicFrameMkLst>
            <pc:docMk/>
            <pc:sldMk cId="706351280" sldId="267"/>
            <ac:graphicFrameMk id="5" creationId="{8BDCF6EE-E46B-2277-C8A3-98E6CED4E960}"/>
          </ac:graphicFrameMkLst>
        </pc:graphicFrameChg>
      </pc:sldChg>
      <pc:sldChg chg="addSp delSp modSp new mod">
        <pc:chgData name="Beverlyne Kongani A" userId="9d430d53-d5c8-4250-a7b9-f248a044a0ba" providerId="ADAL" clId="{529AF430-55DB-4D59-8F11-7B7C3DF66891}" dt="2025-10-16T06:49:02.744" v="547"/>
        <pc:sldMkLst>
          <pc:docMk/>
          <pc:sldMk cId="979042896" sldId="268"/>
        </pc:sldMkLst>
        <pc:spChg chg="mod">
          <ac:chgData name="Beverlyne Kongani A" userId="9d430d53-d5c8-4250-a7b9-f248a044a0ba" providerId="ADAL" clId="{529AF430-55DB-4D59-8F11-7B7C3DF66891}" dt="2025-10-15T19:18:43.490" v="499" actId="108"/>
          <ac:spMkLst>
            <pc:docMk/>
            <pc:sldMk cId="979042896" sldId="268"/>
            <ac:spMk id="2" creationId="{08D2A09F-215C-3A42-2120-4038A94437EB}"/>
          </ac:spMkLst>
        </pc:spChg>
        <pc:spChg chg="add">
          <ac:chgData name="Beverlyne Kongani A" userId="9d430d53-d5c8-4250-a7b9-f248a044a0ba" providerId="ADAL" clId="{529AF430-55DB-4D59-8F11-7B7C3DF66891}" dt="2025-10-15T19:17:43.794" v="496"/>
          <ac:spMkLst>
            <pc:docMk/>
            <pc:sldMk cId="979042896" sldId="268"/>
            <ac:spMk id="6" creationId="{B7F64163-62C4-9D1D-CBFF-95E90D293D88}"/>
          </ac:spMkLst>
        </pc:spChg>
        <pc:graphicFrameChg chg="add mod modGraphic">
          <ac:chgData name="Beverlyne Kongani A" userId="9d430d53-d5c8-4250-a7b9-f248a044a0ba" providerId="ADAL" clId="{529AF430-55DB-4D59-8F11-7B7C3DF66891}" dt="2025-10-16T06:49:02.744" v="547"/>
          <ac:graphicFrameMkLst>
            <pc:docMk/>
            <pc:sldMk cId="979042896" sldId="268"/>
            <ac:graphicFrameMk id="5" creationId="{FF844995-37F5-F5F3-6AFA-AC990987201E}"/>
          </ac:graphicFrameMkLst>
        </pc:graphicFrameChg>
      </pc:sldChg>
      <pc:sldChg chg="addSp delSp modSp new mod">
        <pc:chgData name="Beverlyne Kongani A" userId="9d430d53-d5c8-4250-a7b9-f248a044a0ba" providerId="ADAL" clId="{529AF430-55DB-4D59-8F11-7B7C3DF66891}" dt="2025-10-16T07:34:34.178" v="649" actId="1076"/>
        <pc:sldMkLst>
          <pc:docMk/>
          <pc:sldMk cId="528477329" sldId="269"/>
        </pc:sldMkLst>
        <pc:spChg chg="mod">
          <ac:chgData name="Beverlyne Kongani A" userId="9d430d53-d5c8-4250-a7b9-f248a044a0ba" providerId="ADAL" clId="{529AF430-55DB-4D59-8F11-7B7C3DF66891}" dt="2025-10-16T05:49:17.660" v="518" actId="108"/>
          <ac:spMkLst>
            <pc:docMk/>
            <pc:sldMk cId="528477329" sldId="269"/>
            <ac:spMk id="2" creationId="{A7BFBC9A-AA3C-E84B-098E-DB2B9C9638B6}"/>
          </ac:spMkLst>
        </pc:spChg>
        <pc:spChg chg="mod">
          <ac:chgData name="Beverlyne Kongani A" userId="9d430d53-d5c8-4250-a7b9-f248a044a0ba" providerId="ADAL" clId="{529AF430-55DB-4D59-8F11-7B7C3DF66891}" dt="2025-10-16T07:34:34.178" v="649" actId="1076"/>
          <ac:spMkLst>
            <pc:docMk/>
            <pc:sldMk cId="528477329" sldId="269"/>
            <ac:spMk id="3" creationId="{03F671D8-0F0E-C725-26E8-A7FCE24DEB73}"/>
          </ac:spMkLst>
        </pc:spChg>
        <pc:spChg chg="add mod">
          <ac:chgData name="Beverlyne Kongani A" userId="9d430d53-d5c8-4250-a7b9-f248a044a0ba" providerId="ADAL" clId="{529AF430-55DB-4D59-8F11-7B7C3DF66891}" dt="2025-10-16T06:46:28.518" v="539" actId="20577"/>
          <ac:spMkLst>
            <pc:docMk/>
            <pc:sldMk cId="528477329" sldId="269"/>
            <ac:spMk id="6" creationId="{08740167-8AA5-C87B-BEEE-77CA06C556CD}"/>
          </ac:spMkLst>
        </pc:spChg>
        <pc:spChg chg="add mod">
          <ac:chgData name="Beverlyne Kongani A" userId="9d430d53-d5c8-4250-a7b9-f248a044a0ba" providerId="ADAL" clId="{529AF430-55DB-4D59-8F11-7B7C3DF66891}" dt="2025-10-16T06:46:35.812" v="540" actId="1076"/>
          <ac:spMkLst>
            <pc:docMk/>
            <pc:sldMk cId="528477329" sldId="269"/>
            <ac:spMk id="8" creationId="{6D2CE404-FFF8-B922-CB64-7CB1B96AF3C0}"/>
          </ac:spMkLst>
        </pc:spChg>
      </pc:sldChg>
      <pc:sldChg chg="addSp delSp modSp new mod">
        <pc:chgData name="Beverlyne Kongani A" userId="9d430d53-d5c8-4250-a7b9-f248a044a0ba" providerId="ADAL" clId="{529AF430-55DB-4D59-8F11-7B7C3DF66891}" dt="2025-10-16T07:35:44.234" v="651" actId="1076"/>
        <pc:sldMkLst>
          <pc:docMk/>
          <pc:sldMk cId="1995429174" sldId="270"/>
        </pc:sldMkLst>
        <pc:spChg chg="mod">
          <ac:chgData name="Beverlyne Kongani A" userId="9d430d53-d5c8-4250-a7b9-f248a044a0ba" providerId="ADAL" clId="{529AF430-55DB-4D59-8F11-7B7C3DF66891}" dt="2025-10-16T06:50:46.350" v="563" actId="20577"/>
          <ac:spMkLst>
            <pc:docMk/>
            <pc:sldMk cId="1995429174" sldId="270"/>
            <ac:spMk id="2" creationId="{7C3B586D-19F2-F2A9-C49E-EB5F0BC20F98}"/>
          </ac:spMkLst>
        </pc:spChg>
        <pc:spChg chg="add mod">
          <ac:chgData name="Beverlyne Kongani A" userId="9d430d53-d5c8-4250-a7b9-f248a044a0ba" providerId="ADAL" clId="{529AF430-55DB-4D59-8F11-7B7C3DF66891}" dt="2025-10-16T07:35:40.561" v="650" actId="1076"/>
          <ac:spMkLst>
            <pc:docMk/>
            <pc:sldMk cId="1995429174" sldId="270"/>
            <ac:spMk id="5" creationId="{B62785A4-4917-CEFE-45EE-8E06687D0253}"/>
          </ac:spMkLst>
        </pc:spChg>
        <pc:spChg chg="add mod">
          <ac:chgData name="Beverlyne Kongani A" userId="9d430d53-d5c8-4250-a7b9-f248a044a0ba" providerId="ADAL" clId="{529AF430-55DB-4D59-8F11-7B7C3DF66891}" dt="2025-10-16T06:50:33.700" v="560" actId="1076"/>
          <ac:spMkLst>
            <pc:docMk/>
            <pc:sldMk cId="1995429174" sldId="270"/>
            <ac:spMk id="6" creationId="{C6DBE73A-3199-230B-6133-116F9342A443}"/>
          </ac:spMkLst>
        </pc:spChg>
        <pc:spChg chg="add mod">
          <ac:chgData name="Beverlyne Kongani A" userId="9d430d53-d5c8-4250-a7b9-f248a044a0ba" providerId="ADAL" clId="{529AF430-55DB-4D59-8F11-7B7C3DF66891}" dt="2025-10-16T07:35:44.234" v="651" actId="1076"/>
          <ac:spMkLst>
            <pc:docMk/>
            <pc:sldMk cId="1995429174" sldId="270"/>
            <ac:spMk id="7" creationId="{11FECB9E-F3E2-FDB8-5E18-528AE8CA750F}"/>
          </ac:spMkLst>
        </pc:spChg>
      </pc:sldChg>
      <pc:sldChg chg="addSp delSp modSp new mod">
        <pc:chgData name="Beverlyne Kongani A" userId="9d430d53-d5c8-4250-a7b9-f248a044a0ba" providerId="ADAL" clId="{529AF430-55DB-4D59-8F11-7B7C3DF66891}" dt="2025-10-16T07:28:02.010" v="637" actId="1076"/>
        <pc:sldMkLst>
          <pc:docMk/>
          <pc:sldMk cId="2221779257" sldId="271"/>
        </pc:sldMkLst>
        <pc:spChg chg="mod">
          <ac:chgData name="Beverlyne Kongani A" userId="9d430d53-d5c8-4250-a7b9-f248a044a0ba" providerId="ADAL" clId="{529AF430-55DB-4D59-8F11-7B7C3DF66891}" dt="2025-10-16T07:24:43.657" v="606" actId="6549"/>
          <ac:spMkLst>
            <pc:docMk/>
            <pc:sldMk cId="2221779257" sldId="271"/>
            <ac:spMk id="2" creationId="{207077EE-EFCC-925E-3674-CB2333671B4E}"/>
          </ac:spMkLst>
        </pc:spChg>
        <pc:spChg chg="add mod">
          <ac:chgData name="Beverlyne Kongani A" userId="9d430d53-d5c8-4250-a7b9-f248a044a0ba" providerId="ADAL" clId="{529AF430-55DB-4D59-8F11-7B7C3DF66891}" dt="2025-10-16T07:27:46.051" v="635" actId="255"/>
          <ac:spMkLst>
            <pc:docMk/>
            <pc:sldMk cId="2221779257" sldId="271"/>
            <ac:spMk id="5" creationId="{61A10175-45BE-42A5-B627-22E7F0B8E04B}"/>
          </ac:spMkLst>
        </pc:spChg>
        <pc:spChg chg="add mod">
          <ac:chgData name="Beverlyne Kongani A" userId="9d430d53-d5c8-4250-a7b9-f248a044a0ba" providerId="ADAL" clId="{529AF430-55DB-4D59-8F11-7B7C3DF66891}" dt="2025-10-16T07:28:02.010" v="637" actId="1076"/>
          <ac:spMkLst>
            <pc:docMk/>
            <pc:sldMk cId="2221779257" sldId="271"/>
            <ac:spMk id="6" creationId="{05A1074A-22E0-F03E-878B-EEE23B358069}"/>
          </ac:spMkLst>
        </pc:spChg>
      </pc:sldChg>
      <pc:sldChg chg="addSp modSp new mod">
        <pc:chgData name="Beverlyne Kongani A" userId="9d430d53-d5c8-4250-a7b9-f248a044a0ba" providerId="ADAL" clId="{529AF430-55DB-4D59-8F11-7B7C3DF66891}" dt="2025-10-23T06:27:24.866" v="697" actId="1076"/>
        <pc:sldMkLst>
          <pc:docMk/>
          <pc:sldMk cId="4064974325" sldId="275"/>
        </pc:sldMkLst>
        <pc:spChg chg="mod">
          <ac:chgData name="Beverlyne Kongani A" userId="9d430d53-d5c8-4250-a7b9-f248a044a0ba" providerId="ADAL" clId="{529AF430-55DB-4D59-8F11-7B7C3DF66891}" dt="2025-10-23T06:27:10.807" v="695" actId="27636"/>
          <ac:spMkLst>
            <pc:docMk/>
            <pc:sldMk cId="4064974325" sldId="275"/>
            <ac:spMk id="2" creationId="{F42C4D69-B640-2F86-EBA2-E8B4706EDBFD}"/>
          </ac:spMkLst>
        </pc:spChg>
        <pc:spChg chg="mod">
          <ac:chgData name="Beverlyne Kongani A" userId="9d430d53-d5c8-4250-a7b9-f248a044a0ba" providerId="ADAL" clId="{529AF430-55DB-4D59-8F11-7B7C3DF66891}" dt="2025-10-23T06:27:14.758" v="696" actId="1076"/>
          <ac:spMkLst>
            <pc:docMk/>
            <pc:sldMk cId="4064974325" sldId="275"/>
            <ac:spMk id="3" creationId="{EA2A41B7-94E0-A78C-9DF5-59238FA910AD}"/>
          </ac:spMkLst>
        </pc:spChg>
        <pc:spChg chg="add mod">
          <ac:chgData name="Beverlyne Kongani A" userId="9d430d53-d5c8-4250-a7b9-f248a044a0ba" providerId="ADAL" clId="{529AF430-55DB-4D59-8F11-7B7C3DF66891}" dt="2025-10-23T06:27:24.866" v="697" actId="1076"/>
          <ac:spMkLst>
            <pc:docMk/>
            <pc:sldMk cId="4064974325" sldId="275"/>
            <ac:spMk id="6" creationId="{9C09EDF0-DC27-6251-34BE-A4A9665F85AF}"/>
          </ac:spMkLst>
        </pc:spChg>
        <pc:graphicFrameChg chg="add mod">
          <ac:chgData name="Beverlyne Kongani A" userId="9d430d53-d5c8-4250-a7b9-f248a044a0ba" providerId="ADAL" clId="{529AF430-55DB-4D59-8F11-7B7C3DF66891}" dt="2025-10-23T06:26:20.258" v="685" actId="1076"/>
          <ac:graphicFrameMkLst>
            <pc:docMk/>
            <pc:sldMk cId="4064974325" sldId="275"/>
            <ac:graphicFrameMk id="5" creationId="{8C343034-4FAC-C2C8-624C-22D56D89CD73}"/>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3.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3.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508656-2776-4433-8C92-232A01758425}" type="doc">
      <dgm:prSet loTypeId="urn:microsoft.com/office/officeart/2018/2/layout/IconVerticalSolidList" loCatId="icon" qsTypeId="urn:microsoft.com/office/officeart/2005/8/quickstyle/3d3" qsCatId="3D" csTypeId="urn:microsoft.com/office/officeart/2018/5/colors/Iconchunking_neutralbg_colorful1" csCatId="colorful" phldr="1"/>
      <dgm:spPr/>
      <dgm:t>
        <a:bodyPr/>
        <a:lstStyle/>
        <a:p>
          <a:endParaRPr lang="en-US"/>
        </a:p>
      </dgm:t>
    </dgm:pt>
    <dgm:pt modelId="{506A5A04-30EC-4762-B93B-27508A8051B1}">
      <dgm:prSet/>
      <dgm:spPr/>
      <dgm:t>
        <a:bodyPr/>
        <a:lstStyle/>
        <a:p>
          <a:pPr>
            <a:lnSpc>
              <a:spcPct val="100000"/>
            </a:lnSpc>
          </a:pPr>
          <a:r>
            <a:rPr lang="x-none" b="1" dirty="0"/>
            <a:t>The system will automatically verify resident payment status against a central database.</a:t>
          </a:r>
          <a:endParaRPr lang="en-US" dirty="0"/>
        </a:p>
      </dgm:t>
    </dgm:pt>
    <dgm:pt modelId="{63715465-F9EB-45DD-B86B-3E0B2777C778}" type="parTrans" cxnId="{1908F872-3292-4D5B-A9B9-33F06FA7DEC3}">
      <dgm:prSet/>
      <dgm:spPr/>
      <dgm:t>
        <a:bodyPr/>
        <a:lstStyle/>
        <a:p>
          <a:endParaRPr lang="en-US"/>
        </a:p>
      </dgm:t>
    </dgm:pt>
    <dgm:pt modelId="{E544EC23-ACD3-44ED-A29F-E20D64837B84}" type="sibTrans" cxnId="{1908F872-3292-4D5B-A9B9-33F06FA7DEC3}">
      <dgm:prSet/>
      <dgm:spPr/>
      <dgm:t>
        <a:bodyPr/>
        <a:lstStyle/>
        <a:p>
          <a:endParaRPr lang="en-US"/>
        </a:p>
      </dgm:t>
    </dgm:pt>
    <dgm:pt modelId="{560CFDA3-F99D-4333-9F16-EE4C9BE86174}">
      <dgm:prSet/>
      <dgm:spPr/>
      <dgm:t>
        <a:bodyPr/>
        <a:lstStyle/>
        <a:p>
          <a:pPr>
            <a:lnSpc>
              <a:spcPct val="100000"/>
            </a:lnSpc>
          </a:pPr>
          <a:r>
            <a:rPr lang="x-none" b="1" dirty="0"/>
            <a:t>The system will control gate access hardware (e.g., boom barriers) based on payment verification.</a:t>
          </a:r>
          <a:endParaRPr lang="en-US" dirty="0"/>
        </a:p>
      </dgm:t>
    </dgm:pt>
    <dgm:pt modelId="{F7B3E24E-A687-480F-9CF5-ACE862542B19}" type="parTrans" cxnId="{2227E986-5C86-4201-8F52-CE6B278E3A71}">
      <dgm:prSet/>
      <dgm:spPr/>
      <dgm:t>
        <a:bodyPr/>
        <a:lstStyle/>
        <a:p>
          <a:endParaRPr lang="en-US"/>
        </a:p>
      </dgm:t>
    </dgm:pt>
    <dgm:pt modelId="{5D313DBA-EB11-4C1E-AC4F-884F8916F355}" type="sibTrans" cxnId="{2227E986-5C86-4201-8F52-CE6B278E3A71}">
      <dgm:prSet/>
      <dgm:spPr/>
      <dgm:t>
        <a:bodyPr/>
        <a:lstStyle/>
        <a:p>
          <a:endParaRPr lang="en-US"/>
        </a:p>
      </dgm:t>
    </dgm:pt>
    <dgm:pt modelId="{2A2589FB-B58E-4832-8108-33696F888F42}">
      <dgm:prSet/>
      <dgm:spPr/>
      <dgm:t>
        <a:bodyPr/>
        <a:lstStyle/>
        <a:p>
          <a:pPr>
            <a:lnSpc>
              <a:spcPct val="100000"/>
            </a:lnSpc>
          </a:pPr>
          <a:r>
            <a:rPr lang="x-none" b="1" dirty="0">
              <a:latin typeface="Aptos Narrow" panose="020B0004020202020204" pitchFamily="34" charset="0"/>
            </a:rPr>
            <a:t>The system will provide a resident app/portal to view payment status, make payments, and generate visitor passes.</a:t>
          </a:r>
          <a:endParaRPr lang="en-US" dirty="0">
            <a:latin typeface="Aptos Narrow" panose="020B0004020202020204" pitchFamily="34" charset="0"/>
          </a:endParaRPr>
        </a:p>
      </dgm:t>
    </dgm:pt>
    <dgm:pt modelId="{0C019C1B-C584-4CB7-88C7-DC1DFC47D6D1}" type="parTrans" cxnId="{09D8B590-F5D8-41CA-865B-FB85A0047364}">
      <dgm:prSet/>
      <dgm:spPr/>
      <dgm:t>
        <a:bodyPr/>
        <a:lstStyle/>
        <a:p>
          <a:endParaRPr lang="en-US"/>
        </a:p>
      </dgm:t>
    </dgm:pt>
    <dgm:pt modelId="{B76A27F7-C472-4F78-BCCB-B3D168970178}" type="sibTrans" cxnId="{09D8B590-F5D8-41CA-865B-FB85A0047364}">
      <dgm:prSet/>
      <dgm:spPr/>
      <dgm:t>
        <a:bodyPr/>
        <a:lstStyle/>
        <a:p>
          <a:endParaRPr lang="en-US"/>
        </a:p>
      </dgm:t>
    </dgm:pt>
    <dgm:pt modelId="{2BA21BAA-5233-400D-9CAF-D2BE8DBCB9E7}">
      <dgm:prSet/>
      <dgm:spPr/>
      <dgm:t>
        <a:bodyPr/>
        <a:lstStyle/>
        <a:p>
          <a:pPr>
            <a:lnSpc>
              <a:spcPct val="100000"/>
            </a:lnSpc>
          </a:pPr>
          <a:r>
            <a:rPr lang="x-none" b="1"/>
            <a:t>The system will log all access attempts (successful and denied) with timestamps and credentials.</a:t>
          </a:r>
          <a:endParaRPr lang="en-US"/>
        </a:p>
      </dgm:t>
    </dgm:pt>
    <dgm:pt modelId="{32530C6F-D763-43AF-ADEC-6D3C4201DDC6}" type="parTrans" cxnId="{22DA896E-CE28-4AC8-98F3-FDB79D4CA889}">
      <dgm:prSet/>
      <dgm:spPr/>
      <dgm:t>
        <a:bodyPr/>
        <a:lstStyle/>
        <a:p>
          <a:endParaRPr lang="en-US"/>
        </a:p>
      </dgm:t>
    </dgm:pt>
    <dgm:pt modelId="{4A902C02-6C8C-4460-B5BE-CE814788FFD9}" type="sibTrans" cxnId="{22DA896E-CE28-4AC8-98F3-FDB79D4CA889}">
      <dgm:prSet/>
      <dgm:spPr/>
      <dgm:t>
        <a:bodyPr/>
        <a:lstStyle/>
        <a:p>
          <a:endParaRPr lang="en-US"/>
        </a:p>
      </dgm:t>
    </dgm:pt>
    <dgm:pt modelId="{0BF7A8B8-CAD6-4188-A1EA-EDA5EDE44D99}">
      <dgm:prSet/>
      <dgm:spPr/>
      <dgm:t>
        <a:bodyPr/>
        <a:lstStyle/>
        <a:p>
          <a:pPr>
            <a:lnSpc>
              <a:spcPct val="100000"/>
            </a:lnSpc>
          </a:pPr>
          <a:r>
            <a:rPr lang="x-none" b="1"/>
            <a:t>The system will provide a security/management dashboard for monitoring, reporting, and manual overrides.</a:t>
          </a:r>
          <a:endParaRPr lang="en-US"/>
        </a:p>
      </dgm:t>
    </dgm:pt>
    <dgm:pt modelId="{0D334B44-E147-4299-AE1C-B40458549831}" type="parTrans" cxnId="{E476CC53-D880-4AF3-8AAB-06C0175D6ACE}">
      <dgm:prSet/>
      <dgm:spPr/>
      <dgm:t>
        <a:bodyPr/>
        <a:lstStyle/>
        <a:p>
          <a:endParaRPr lang="en-US"/>
        </a:p>
      </dgm:t>
    </dgm:pt>
    <dgm:pt modelId="{2C00707D-5FB8-4A68-B872-98A23B654883}" type="sibTrans" cxnId="{E476CC53-D880-4AF3-8AAB-06C0175D6ACE}">
      <dgm:prSet/>
      <dgm:spPr/>
      <dgm:t>
        <a:bodyPr/>
        <a:lstStyle/>
        <a:p>
          <a:endParaRPr lang="en-US"/>
        </a:p>
      </dgm:t>
    </dgm:pt>
    <dgm:pt modelId="{E3A5DEC4-2A07-4A36-A1C5-8BE9F77BEC91}" type="pres">
      <dgm:prSet presAssocID="{62508656-2776-4433-8C92-232A01758425}" presName="root" presStyleCnt="0">
        <dgm:presLayoutVars>
          <dgm:dir/>
          <dgm:resizeHandles val="exact"/>
        </dgm:presLayoutVars>
      </dgm:prSet>
      <dgm:spPr/>
      <dgm:t>
        <a:bodyPr/>
        <a:lstStyle/>
        <a:p>
          <a:endParaRPr lang="en-US"/>
        </a:p>
      </dgm:t>
    </dgm:pt>
    <dgm:pt modelId="{A81ED19B-86C6-493A-88A5-6D9A854FF527}" type="pres">
      <dgm:prSet presAssocID="{506A5A04-30EC-4762-B93B-27508A8051B1}" presName="compNode" presStyleCnt="0"/>
      <dgm:spPr/>
    </dgm:pt>
    <dgm:pt modelId="{8D7E4AAD-FAE3-456E-97E5-4FF451183879}" type="pres">
      <dgm:prSet presAssocID="{506A5A04-30EC-4762-B93B-27508A8051B1}" presName="bgRect" presStyleLbl="bgShp" presStyleIdx="0" presStyleCnt="5"/>
      <dgm:spPr/>
    </dgm:pt>
    <dgm:pt modelId="{2C11126F-AB35-47DC-9624-044523C52FD3}" type="pres">
      <dgm:prSet presAssocID="{506A5A04-30EC-4762-B93B-27508A8051B1}" presName="iconRect" presStyleLbl="node1" presStyleIdx="0" presStyleCnt="5"/>
      <dgm:spPr>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dgm:spPr>
      <dgm:t>
        <a:bodyPr/>
        <a:lstStyle/>
        <a:p>
          <a:endParaRPr lang="en-US"/>
        </a:p>
      </dgm:t>
      <dgm:extLst>
        <a:ext uri="{E40237B7-FDA0-4F09-8148-C483321AD2D9}">
          <dgm14:cNvPr xmlns:dgm14="http://schemas.microsoft.com/office/drawing/2010/diagram" id="0" name="" descr="Database"/>
        </a:ext>
      </dgm:extLst>
    </dgm:pt>
    <dgm:pt modelId="{F444BB02-319D-492B-8AC4-9881C9E3E1D9}" type="pres">
      <dgm:prSet presAssocID="{506A5A04-30EC-4762-B93B-27508A8051B1}" presName="spaceRect" presStyleCnt="0"/>
      <dgm:spPr/>
    </dgm:pt>
    <dgm:pt modelId="{F344DBF8-9C16-462D-98C2-7F2648D20A9D}" type="pres">
      <dgm:prSet presAssocID="{506A5A04-30EC-4762-B93B-27508A8051B1}" presName="parTx" presStyleLbl="revTx" presStyleIdx="0" presStyleCnt="5">
        <dgm:presLayoutVars>
          <dgm:chMax val="0"/>
          <dgm:chPref val="0"/>
        </dgm:presLayoutVars>
      </dgm:prSet>
      <dgm:spPr/>
      <dgm:t>
        <a:bodyPr/>
        <a:lstStyle/>
        <a:p>
          <a:endParaRPr lang="en-US"/>
        </a:p>
      </dgm:t>
    </dgm:pt>
    <dgm:pt modelId="{07D4A437-07CB-42C3-9BC8-6EF94C69C453}" type="pres">
      <dgm:prSet presAssocID="{E544EC23-ACD3-44ED-A29F-E20D64837B84}" presName="sibTrans" presStyleCnt="0"/>
      <dgm:spPr/>
    </dgm:pt>
    <dgm:pt modelId="{710979BF-4C35-4C32-92BD-8143985D2319}" type="pres">
      <dgm:prSet presAssocID="{560CFDA3-F99D-4333-9F16-EE4C9BE86174}" presName="compNode" presStyleCnt="0"/>
      <dgm:spPr/>
    </dgm:pt>
    <dgm:pt modelId="{C74A8272-F4B1-4467-802D-951E30577525}" type="pres">
      <dgm:prSet presAssocID="{560CFDA3-F99D-4333-9F16-EE4C9BE86174}" presName="bgRect" presStyleLbl="bgShp" presStyleIdx="1" presStyleCnt="5"/>
      <dgm:spPr/>
    </dgm:pt>
    <dgm:pt modelId="{6C1432CA-CB69-4AF6-944A-FB26D71AAD2F}" type="pres">
      <dgm:prSet presAssocID="{560CFDA3-F99D-4333-9F16-EE4C9BE86174}" presName="iconRect" presStyleLbl="node1" presStyleIdx="1" presStyleCnt="5"/>
      <dgm:spPr>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dgm:spPr>
      <dgm:t>
        <a:bodyPr/>
        <a:lstStyle/>
        <a:p>
          <a:endParaRPr lang="en-US"/>
        </a:p>
      </dgm:t>
      <dgm:extLst>
        <a:ext uri="{E40237B7-FDA0-4F09-8148-C483321AD2D9}">
          <dgm14:cNvPr xmlns:dgm14="http://schemas.microsoft.com/office/drawing/2010/diagram" id="0" name="" descr="Lock"/>
        </a:ext>
      </dgm:extLst>
    </dgm:pt>
    <dgm:pt modelId="{96F1B484-FC90-4230-946C-521F7D07A40E}" type="pres">
      <dgm:prSet presAssocID="{560CFDA3-F99D-4333-9F16-EE4C9BE86174}" presName="spaceRect" presStyleCnt="0"/>
      <dgm:spPr/>
    </dgm:pt>
    <dgm:pt modelId="{9E6EFF06-0799-42DE-B01A-0CA8B3501AA2}" type="pres">
      <dgm:prSet presAssocID="{560CFDA3-F99D-4333-9F16-EE4C9BE86174}" presName="parTx" presStyleLbl="revTx" presStyleIdx="1" presStyleCnt="5">
        <dgm:presLayoutVars>
          <dgm:chMax val="0"/>
          <dgm:chPref val="0"/>
        </dgm:presLayoutVars>
      </dgm:prSet>
      <dgm:spPr/>
      <dgm:t>
        <a:bodyPr/>
        <a:lstStyle/>
        <a:p>
          <a:endParaRPr lang="en-US"/>
        </a:p>
      </dgm:t>
    </dgm:pt>
    <dgm:pt modelId="{47994666-D985-4901-9962-E551E7BBDE51}" type="pres">
      <dgm:prSet presAssocID="{5D313DBA-EB11-4C1E-AC4F-884F8916F355}" presName="sibTrans" presStyleCnt="0"/>
      <dgm:spPr/>
    </dgm:pt>
    <dgm:pt modelId="{4D1078DD-1E93-49CF-A730-D6184EAC7E94}" type="pres">
      <dgm:prSet presAssocID="{2A2589FB-B58E-4832-8108-33696F888F42}" presName="compNode" presStyleCnt="0"/>
      <dgm:spPr/>
    </dgm:pt>
    <dgm:pt modelId="{847948E8-820E-4513-8383-FFE804FD27BE}" type="pres">
      <dgm:prSet presAssocID="{2A2589FB-B58E-4832-8108-33696F888F42}" presName="bgRect" presStyleLbl="bgShp" presStyleIdx="2" presStyleCnt="5"/>
      <dgm:spPr/>
    </dgm:pt>
    <dgm:pt modelId="{9CDB948A-1A44-410D-86EC-0030D23CBAF9}" type="pres">
      <dgm:prSet presAssocID="{2A2589FB-B58E-4832-8108-33696F888F42}" presName="iconRect" presStyleLbl="node1" presStyleIdx="2" presStyleCnt="5"/>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dgm:spPr>
      <dgm:t>
        <a:bodyPr/>
        <a:lstStyle/>
        <a:p>
          <a:endParaRPr lang="en-US"/>
        </a:p>
      </dgm:t>
      <dgm:extLst>
        <a:ext uri="{E40237B7-FDA0-4F09-8148-C483321AD2D9}">
          <dgm14:cNvPr xmlns:dgm14="http://schemas.microsoft.com/office/drawing/2010/diagram" id="0" name="" descr="Credit card"/>
        </a:ext>
      </dgm:extLst>
    </dgm:pt>
    <dgm:pt modelId="{703D634E-7C45-4D62-8228-4454F45EDD9C}" type="pres">
      <dgm:prSet presAssocID="{2A2589FB-B58E-4832-8108-33696F888F42}" presName="spaceRect" presStyleCnt="0"/>
      <dgm:spPr/>
    </dgm:pt>
    <dgm:pt modelId="{F1C02EBD-40E3-496E-BAC1-9D4E16C2C235}" type="pres">
      <dgm:prSet presAssocID="{2A2589FB-B58E-4832-8108-33696F888F42}" presName="parTx" presStyleLbl="revTx" presStyleIdx="2" presStyleCnt="5">
        <dgm:presLayoutVars>
          <dgm:chMax val="0"/>
          <dgm:chPref val="0"/>
        </dgm:presLayoutVars>
      </dgm:prSet>
      <dgm:spPr/>
      <dgm:t>
        <a:bodyPr/>
        <a:lstStyle/>
        <a:p>
          <a:endParaRPr lang="en-US"/>
        </a:p>
      </dgm:t>
    </dgm:pt>
    <dgm:pt modelId="{F3545C8E-68DE-4FE6-B1EC-EAA8BF80304E}" type="pres">
      <dgm:prSet presAssocID="{B76A27F7-C472-4F78-BCCB-B3D168970178}" presName="sibTrans" presStyleCnt="0"/>
      <dgm:spPr/>
    </dgm:pt>
    <dgm:pt modelId="{C49E1FAC-2ECF-4CD2-848F-73130502430B}" type="pres">
      <dgm:prSet presAssocID="{2BA21BAA-5233-400D-9CAF-D2BE8DBCB9E7}" presName="compNode" presStyleCnt="0"/>
      <dgm:spPr/>
    </dgm:pt>
    <dgm:pt modelId="{D1433A49-AD64-4396-AC4A-272D1295555E}" type="pres">
      <dgm:prSet presAssocID="{2BA21BAA-5233-400D-9CAF-D2BE8DBCB9E7}" presName="bgRect" presStyleLbl="bgShp" presStyleIdx="3" presStyleCnt="5"/>
      <dgm:spPr/>
    </dgm:pt>
    <dgm:pt modelId="{B0D45E61-3743-4EC4-99C5-62EA893241CF}" type="pres">
      <dgm:prSet presAssocID="{2BA21BAA-5233-400D-9CAF-D2BE8DBCB9E7}" presName="iconRect" presStyleLbl="node1" presStyleIdx="3" presStyleCnt="5"/>
      <dgm:spPr>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dgm:spPr>
      <dgm:t>
        <a:bodyPr/>
        <a:lstStyle/>
        <a:p>
          <a:endParaRPr lang="en-US"/>
        </a:p>
      </dgm:t>
      <dgm:extLst>
        <a:ext uri="{E40237B7-FDA0-4F09-8148-C483321AD2D9}">
          <dgm14:cNvPr xmlns:dgm14="http://schemas.microsoft.com/office/drawing/2010/diagram" id="0" name="" descr="Programmer"/>
        </a:ext>
      </dgm:extLst>
    </dgm:pt>
    <dgm:pt modelId="{71CE82BB-C87C-4A4B-BE54-4E542F4BB4DA}" type="pres">
      <dgm:prSet presAssocID="{2BA21BAA-5233-400D-9CAF-D2BE8DBCB9E7}" presName="spaceRect" presStyleCnt="0"/>
      <dgm:spPr/>
    </dgm:pt>
    <dgm:pt modelId="{63C0CB8B-8038-4D5C-B5CA-571CF3DB57C8}" type="pres">
      <dgm:prSet presAssocID="{2BA21BAA-5233-400D-9CAF-D2BE8DBCB9E7}" presName="parTx" presStyleLbl="revTx" presStyleIdx="3" presStyleCnt="5">
        <dgm:presLayoutVars>
          <dgm:chMax val="0"/>
          <dgm:chPref val="0"/>
        </dgm:presLayoutVars>
      </dgm:prSet>
      <dgm:spPr/>
      <dgm:t>
        <a:bodyPr/>
        <a:lstStyle/>
        <a:p>
          <a:endParaRPr lang="en-US"/>
        </a:p>
      </dgm:t>
    </dgm:pt>
    <dgm:pt modelId="{F59BA06E-F1D2-4544-98ED-9727A0CFB07D}" type="pres">
      <dgm:prSet presAssocID="{4A902C02-6C8C-4460-B5BE-CE814788FFD9}" presName="sibTrans" presStyleCnt="0"/>
      <dgm:spPr/>
    </dgm:pt>
    <dgm:pt modelId="{78677D8E-E092-419E-87BC-3DB5FF797332}" type="pres">
      <dgm:prSet presAssocID="{0BF7A8B8-CAD6-4188-A1EA-EDA5EDE44D99}" presName="compNode" presStyleCnt="0"/>
      <dgm:spPr/>
    </dgm:pt>
    <dgm:pt modelId="{B0421497-BF79-45EC-916F-C6294F715A75}" type="pres">
      <dgm:prSet presAssocID="{0BF7A8B8-CAD6-4188-A1EA-EDA5EDE44D99}" presName="bgRect" presStyleLbl="bgShp" presStyleIdx="4" presStyleCnt="5"/>
      <dgm:spPr/>
    </dgm:pt>
    <dgm:pt modelId="{B2DFDA08-33AD-444B-A35A-46C32C91B9D8}" type="pres">
      <dgm:prSet presAssocID="{0BF7A8B8-CAD6-4188-A1EA-EDA5EDE44D99}" presName="iconRect" presStyleLbl="node1" presStyleIdx="4" presStyleCnt="5"/>
      <dgm:spPr>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a:blipFill>
      </dgm:spPr>
      <dgm:t>
        <a:bodyPr/>
        <a:lstStyle/>
        <a:p>
          <a:endParaRPr lang="en-US"/>
        </a:p>
      </dgm:t>
      <dgm:extLst>
        <a:ext uri="{E40237B7-FDA0-4F09-8148-C483321AD2D9}">
          <dgm14:cNvPr xmlns:dgm14="http://schemas.microsoft.com/office/drawing/2010/diagram" id="0" name="" descr="Gauge"/>
        </a:ext>
      </dgm:extLst>
    </dgm:pt>
    <dgm:pt modelId="{2DC151B2-85F0-4404-B5B8-52025A44BB41}" type="pres">
      <dgm:prSet presAssocID="{0BF7A8B8-CAD6-4188-A1EA-EDA5EDE44D99}" presName="spaceRect" presStyleCnt="0"/>
      <dgm:spPr/>
    </dgm:pt>
    <dgm:pt modelId="{4EA73EF5-2E7F-4224-B4EE-2B94D7F3425A}" type="pres">
      <dgm:prSet presAssocID="{0BF7A8B8-CAD6-4188-A1EA-EDA5EDE44D99}" presName="parTx" presStyleLbl="revTx" presStyleIdx="4" presStyleCnt="5">
        <dgm:presLayoutVars>
          <dgm:chMax val="0"/>
          <dgm:chPref val="0"/>
        </dgm:presLayoutVars>
      </dgm:prSet>
      <dgm:spPr/>
      <dgm:t>
        <a:bodyPr/>
        <a:lstStyle/>
        <a:p>
          <a:endParaRPr lang="en-US"/>
        </a:p>
      </dgm:t>
    </dgm:pt>
  </dgm:ptLst>
  <dgm:cxnLst>
    <dgm:cxn modelId="{E476CC53-D880-4AF3-8AAB-06C0175D6ACE}" srcId="{62508656-2776-4433-8C92-232A01758425}" destId="{0BF7A8B8-CAD6-4188-A1EA-EDA5EDE44D99}" srcOrd="4" destOrd="0" parTransId="{0D334B44-E147-4299-AE1C-B40458549831}" sibTransId="{2C00707D-5FB8-4A68-B872-98A23B654883}"/>
    <dgm:cxn modelId="{D0D6D575-2814-4494-A73A-FC322512A814}" type="presOf" srcId="{560CFDA3-F99D-4333-9F16-EE4C9BE86174}" destId="{9E6EFF06-0799-42DE-B01A-0CA8B3501AA2}" srcOrd="0" destOrd="0" presId="urn:microsoft.com/office/officeart/2018/2/layout/IconVerticalSolidList"/>
    <dgm:cxn modelId="{BBFEC361-3F85-4C8C-9AC0-896E803E6896}" type="presOf" srcId="{2BA21BAA-5233-400D-9CAF-D2BE8DBCB9E7}" destId="{63C0CB8B-8038-4D5C-B5CA-571CF3DB57C8}" srcOrd="0" destOrd="0" presId="urn:microsoft.com/office/officeart/2018/2/layout/IconVerticalSolidList"/>
    <dgm:cxn modelId="{7AD46A56-4DD5-40CB-9EEF-8AFABFA1F808}" type="presOf" srcId="{2A2589FB-B58E-4832-8108-33696F888F42}" destId="{F1C02EBD-40E3-496E-BAC1-9D4E16C2C235}" srcOrd="0" destOrd="0" presId="urn:microsoft.com/office/officeart/2018/2/layout/IconVerticalSolidList"/>
    <dgm:cxn modelId="{22DA896E-CE28-4AC8-98F3-FDB79D4CA889}" srcId="{62508656-2776-4433-8C92-232A01758425}" destId="{2BA21BAA-5233-400D-9CAF-D2BE8DBCB9E7}" srcOrd="3" destOrd="0" parTransId="{32530C6F-D763-43AF-ADEC-6D3C4201DDC6}" sibTransId="{4A902C02-6C8C-4460-B5BE-CE814788FFD9}"/>
    <dgm:cxn modelId="{1908F872-3292-4D5B-A9B9-33F06FA7DEC3}" srcId="{62508656-2776-4433-8C92-232A01758425}" destId="{506A5A04-30EC-4762-B93B-27508A8051B1}" srcOrd="0" destOrd="0" parTransId="{63715465-F9EB-45DD-B86B-3E0B2777C778}" sibTransId="{E544EC23-ACD3-44ED-A29F-E20D64837B84}"/>
    <dgm:cxn modelId="{D641DBB8-D483-44EA-ACA1-89ECD1B4AC64}" type="presOf" srcId="{62508656-2776-4433-8C92-232A01758425}" destId="{E3A5DEC4-2A07-4A36-A1C5-8BE9F77BEC91}" srcOrd="0" destOrd="0" presId="urn:microsoft.com/office/officeart/2018/2/layout/IconVerticalSolidList"/>
    <dgm:cxn modelId="{09D8B590-F5D8-41CA-865B-FB85A0047364}" srcId="{62508656-2776-4433-8C92-232A01758425}" destId="{2A2589FB-B58E-4832-8108-33696F888F42}" srcOrd="2" destOrd="0" parTransId="{0C019C1B-C584-4CB7-88C7-DC1DFC47D6D1}" sibTransId="{B76A27F7-C472-4F78-BCCB-B3D168970178}"/>
    <dgm:cxn modelId="{D320BC6F-1B12-469A-B13B-98677EE5DA4E}" type="presOf" srcId="{0BF7A8B8-CAD6-4188-A1EA-EDA5EDE44D99}" destId="{4EA73EF5-2E7F-4224-B4EE-2B94D7F3425A}" srcOrd="0" destOrd="0" presId="urn:microsoft.com/office/officeart/2018/2/layout/IconVerticalSolidList"/>
    <dgm:cxn modelId="{2227E986-5C86-4201-8F52-CE6B278E3A71}" srcId="{62508656-2776-4433-8C92-232A01758425}" destId="{560CFDA3-F99D-4333-9F16-EE4C9BE86174}" srcOrd="1" destOrd="0" parTransId="{F7B3E24E-A687-480F-9CF5-ACE862542B19}" sibTransId="{5D313DBA-EB11-4C1E-AC4F-884F8916F355}"/>
    <dgm:cxn modelId="{ED822C52-C146-4451-833F-5172136EC112}" type="presOf" srcId="{506A5A04-30EC-4762-B93B-27508A8051B1}" destId="{F344DBF8-9C16-462D-98C2-7F2648D20A9D}" srcOrd="0" destOrd="0" presId="urn:microsoft.com/office/officeart/2018/2/layout/IconVerticalSolidList"/>
    <dgm:cxn modelId="{65BFC90A-BCDB-40EB-80D2-C61B92C5D03D}" type="presParOf" srcId="{E3A5DEC4-2A07-4A36-A1C5-8BE9F77BEC91}" destId="{A81ED19B-86C6-493A-88A5-6D9A854FF527}" srcOrd="0" destOrd="0" presId="urn:microsoft.com/office/officeart/2018/2/layout/IconVerticalSolidList"/>
    <dgm:cxn modelId="{1952DF22-EEE0-4333-ACC2-293C22593D4C}" type="presParOf" srcId="{A81ED19B-86C6-493A-88A5-6D9A854FF527}" destId="{8D7E4AAD-FAE3-456E-97E5-4FF451183879}" srcOrd="0" destOrd="0" presId="urn:microsoft.com/office/officeart/2018/2/layout/IconVerticalSolidList"/>
    <dgm:cxn modelId="{C31BDCC8-A8C5-43D5-98BC-EC516CBB8EAB}" type="presParOf" srcId="{A81ED19B-86C6-493A-88A5-6D9A854FF527}" destId="{2C11126F-AB35-47DC-9624-044523C52FD3}" srcOrd="1" destOrd="0" presId="urn:microsoft.com/office/officeart/2018/2/layout/IconVerticalSolidList"/>
    <dgm:cxn modelId="{28A135FE-779B-4AF8-832C-409727D4DB1F}" type="presParOf" srcId="{A81ED19B-86C6-493A-88A5-6D9A854FF527}" destId="{F444BB02-319D-492B-8AC4-9881C9E3E1D9}" srcOrd="2" destOrd="0" presId="urn:microsoft.com/office/officeart/2018/2/layout/IconVerticalSolidList"/>
    <dgm:cxn modelId="{CF63EFA5-787A-4F67-8D0E-5277CA606BCF}" type="presParOf" srcId="{A81ED19B-86C6-493A-88A5-6D9A854FF527}" destId="{F344DBF8-9C16-462D-98C2-7F2648D20A9D}" srcOrd="3" destOrd="0" presId="urn:microsoft.com/office/officeart/2018/2/layout/IconVerticalSolidList"/>
    <dgm:cxn modelId="{207C6030-8FA8-4B80-8E00-4B03CA047AD9}" type="presParOf" srcId="{E3A5DEC4-2A07-4A36-A1C5-8BE9F77BEC91}" destId="{07D4A437-07CB-42C3-9BC8-6EF94C69C453}" srcOrd="1" destOrd="0" presId="urn:microsoft.com/office/officeart/2018/2/layout/IconVerticalSolidList"/>
    <dgm:cxn modelId="{AB005063-2B2D-4BFE-B55F-E8705D69A6F7}" type="presParOf" srcId="{E3A5DEC4-2A07-4A36-A1C5-8BE9F77BEC91}" destId="{710979BF-4C35-4C32-92BD-8143985D2319}" srcOrd="2" destOrd="0" presId="urn:microsoft.com/office/officeart/2018/2/layout/IconVerticalSolidList"/>
    <dgm:cxn modelId="{D5BAA315-E80B-4F92-8F2F-33BB2230EB03}" type="presParOf" srcId="{710979BF-4C35-4C32-92BD-8143985D2319}" destId="{C74A8272-F4B1-4467-802D-951E30577525}" srcOrd="0" destOrd="0" presId="urn:microsoft.com/office/officeart/2018/2/layout/IconVerticalSolidList"/>
    <dgm:cxn modelId="{14D633C4-5DB5-48DE-BD43-5D403EAD6EA5}" type="presParOf" srcId="{710979BF-4C35-4C32-92BD-8143985D2319}" destId="{6C1432CA-CB69-4AF6-944A-FB26D71AAD2F}" srcOrd="1" destOrd="0" presId="urn:microsoft.com/office/officeart/2018/2/layout/IconVerticalSolidList"/>
    <dgm:cxn modelId="{9FEBCCAC-871D-46F6-A8DC-2BB05CF3067C}" type="presParOf" srcId="{710979BF-4C35-4C32-92BD-8143985D2319}" destId="{96F1B484-FC90-4230-946C-521F7D07A40E}" srcOrd="2" destOrd="0" presId="urn:microsoft.com/office/officeart/2018/2/layout/IconVerticalSolidList"/>
    <dgm:cxn modelId="{F7C94813-7B60-48B7-91DC-4F8A79C91678}" type="presParOf" srcId="{710979BF-4C35-4C32-92BD-8143985D2319}" destId="{9E6EFF06-0799-42DE-B01A-0CA8B3501AA2}" srcOrd="3" destOrd="0" presId="urn:microsoft.com/office/officeart/2018/2/layout/IconVerticalSolidList"/>
    <dgm:cxn modelId="{0ECC9425-16BA-4183-9847-0951D878E771}" type="presParOf" srcId="{E3A5DEC4-2A07-4A36-A1C5-8BE9F77BEC91}" destId="{47994666-D985-4901-9962-E551E7BBDE51}" srcOrd="3" destOrd="0" presId="urn:microsoft.com/office/officeart/2018/2/layout/IconVerticalSolidList"/>
    <dgm:cxn modelId="{F4E72644-977C-4F19-9A58-32A9B358E4ED}" type="presParOf" srcId="{E3A5DEC4-2A07-4A36-A1C5-8BE9F77BEC91}" destId="{4D1078DD-1E93-49CF-A730-D6184EAC7E94}" srcOrd="4" destOrd="0" presId="urn:microsoft.com/office/officeart/2018/2/layout/IconVerticalSolidList"/>
    <dgm:cxn modelId="{EB127F67-906D-4563-BDF8-5F1AEA8D063A}" type="presParOf" srcId="{4D1078DD-1E93-49CF-A730-D6184EAC7E94}" destId="{847948E8-820E-4513-8383-FFE804FD27BE}" srcOrd="0" destOrd="0" presId="urn:microsoft.com/office/officeart/2018/2/layout/IconVerticalSolidList"/>
    <dgm:cxn modelId="{F6A77491-1454-4DB9-AD67-E54240E3427C}" type="presParOf" srcId="{4D1078DD-1E93-49CF-A730-D6184EAC7E94}" destId="{9CDB948A-1A44-410D-86EC-0030D23CBAF9}" srcOrd="1" destOrd="0" presId="urn:microsoft.com/office/officeart/2018/2/layout/IconVerticalSolidList"/>
    <dgm:cxn modelId="{1CD361C5-EC1E-42E9-9EC4-0C11FBEA0308}" type="presParOf" srcId="{4D1078DD-1E93-49CF-A730-D6184EAC7E94}" destId="{703D634E-7C45-4D62-8228-4454F45EDD9C}" srcOrd="2" destOrd="0" presId="urn:microsoft.com/office/officeart/2018/2/layout/IconVerticalSolidList"/>
    <dgm:cxn modelId="{1C2C2521-CFAE-4CD6-8867-F55E69A85282}" type="presParOf" srcId="{4D1078DD-1E93-49CF-A730-D6184EAC7E94}" destId="{F1C02EBD-40E3-496E-BAC1-9D4E16C2C235}" srcOrd="3" destOrd="0" presId="urn:microsoft.com/office/officeart/2018/2/layout/IconVerticalSolidList"/>
    <dgm:cxn modelId="{C5E3239F-959C-4EDE-9BC9-200C5D27E75D}" type="presParOf" srcId="{E3A5DEC4-2A07-4A36-A1C5-8BE9F77BEC91}" destId="{F3545C8E-68DE-4FE6-B1EC-EAA8BF80304E}" srcOrd="5" destOrd="0" presId="urn:microsoft.com/office/officeart/2018/2/layout/IconVerticalSolidList"/>
    <dgm:cxn modelId="{969EABCC-234C-474F-B84D-CCE2F03B43A9}" type="presParOf" srcId="{E3A5DEC4-2A07-4A36-A1C5-8BE9F77BEC91}" destId="{C49E1FAC-2ECF-4CD2-848F-73130502430B}" srcOrd="6" destOrd="0" presId="urn:microsoft.com/office/officeart/2018/2/layout/IconVerticalSolidList"/>
    <dgm:cxn modelId="{3D909053-E693-46CE-A6DD-4E9579C10B36}" type="presParOf" srcId="{C49E1FAC-2ECF-4CD2-848F-73130502430B}" destId="{D1433A49-AD64-4396-AC4A-272D1295555E}" srcOrd="0" destOrd="0" presId="urn:microsoft.com/office/officeart/2018/2/layout/IconVerticalSolidList"/>
    <dgm:cxn modelId="{801D5952-C242-484F-9114-C43AE15B899F}" type="presParOf" srcId="{C49E1FAC-2ECF-4CD2-848F-73130502430B}" destId="{B0D45E61-3743-4EC4-99C5-62EA893241CF}" srcOrd="1" destOrd="0" presId="urn:microsoft.com/office/officeart/2018/2/layout/IconVerticalSolidList"/>
    <dgm:cxn modelId="{F5B67D22-EBC6-4004-8840-5EE3C3B3FF18}" type="presParOf" srcId="{C49E1FAC-2ECF-4CD2-848F-73130502430B}" destId="{71CE82BB-C87C-4A4B-BE54-4E542F4BB4DA}" srcOrd="2" destOrd="0" presId="urn:microsoft.com/office/officeart/2018/2/layout/IconVerticalSolidList"/>
    <dgm:cxn modelId="{B7B975AF-F820-4EF9-AA1C-0D7FF70EAA5D}" type="presParOf" srcId="{C49E1FAC-2ECF-4CD2-848F-73130502430B}" destId="{63C0CB8B-8038-4D5C-B5CA-571CF3DB57C8}" srcOrd="3" destOrd="0" presId="urn:microsoft.com/office/officeart/2018/2/layout/IconVerticalSolidList"/>
    <dgm:cxn modelId="{7A7BD55B-6534-41FA-8B0C-9A171C5549C0}" type="presParOf" srcId="{E3A5DEC4-2A07-4A36-A1C5-8BE9F77BEC91}" destId="{F59BA06E-F1D2-4544-98ED-9727A0CFB07D}" srcOrd="7" destOrd="0" presId="urn:microsoft.com/office/officeart/2018/2/layout/IconVerticalSolidList"/>
    <dgm:cxn modelId="{B3C0DF21-BDF5-42DF-852E-6DD7E13BADD9}" type="presParOf" srcId="{E3A5DEC4-2A07-4A36-A1C5-8BE9F77BEC91}" destId="{78677D8E-E092-419E-87BC-3DB5FF797332}" srcOrd="8" destOrd="0" presId="urn:microsoft.com/office/officeart/2018/2/layout/IconVerticalSolidList"/>
    <dgm:cxn modelId="{EE77C9DD-FF3F-4337-ABC8-0870D82026FF}" type="presParOf" srcId="{78677D8E-E092-419E-87BC-3DB5FF797332}" destId="{B0421497-BF79-45EC-916F-C6294F715A75}" srcOrd="0" destOrd="0" presId="urn:microsoft.com/office/officeart/2018/2/layout/IconVerticalSolidList"/>
    <dgm:cxn modelId="{BD88E967-1CCB-4123-95DB-7B51C59595BC}" type="presParOf" srcId="{78677D8E-E092-419E-87BC-3DB5FF797332}" destId="{B2DFDA08-33AD-444B-A35A-46C32C91B9D8}" srcOrd="1" destOrd="0" presId="urn:microsoft.com/office/officeart/2018/2/layout/IconVerticalSolidList"/>
    <dgm:cxn modelId="{425B90E0-4B37-4E27-9359-54D951AE461C}" type="presParOf" srcId="{78677D8E-E092-419E-87BC-3DB5FF797332}" destId="{2DC151B2-85F0-4404-B5B8-52025A44BB41}" srcOrd="2" destOrd="0" presId="urn:microsoft.com/office/officeart/2018/2/layout/IconVerticalSolidList"/>
    <dgm:cxn modelId="{1092C0B7-507C-445E-8545-AA6B831784AB}" type="presParOf" srcId="{78677D8E-E092-419E-87BC-3DB5FF797332}" destId="{4EA73EF5-2E7F-4224-B4EE-2B94D7F3425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5661BC2-DA03-48AE-A178-0E3AB01EB157}" type="doc">
      <dgm:prSet loTypeId="urn:microsoft.com/office/officeart/2005/8/layout/matrix3" loCatId="matrix" qsTypeId="urn:microsoft.com/office/officeart/2005/8/quickstyle/simple1" qsCatId="simple" csTypeId="urn:microsoft.com/office/officeart/2005/8/colors/colorful5" csCatId="colorful"/>
      <dgm:spPr/>
      <dgm:t>
        <a:bodyPr/>
        <a:lstStyle/>
        <a:p>
          <a:endParaRPr lang="en-US"/>
        </a:p>
      </dgm:t>
    </dgm:pt>
    <dgm:pt modelId="{6C66BA21-79BE-49E1-8DB1-6758D8E058E2}">
      <dgm:prSet/>
      <dgm:spPr/>
      <dgm:t>
        <a:bodyPr/>
        <a:lstStyle/>
        <a:p>
          <a:r>
            <a:rPr lang="en-US" b="1"/>
            <a:t>Node js for backend</a:t>
          </a:r>
          <a:endParaRPr lang="en-US"/>
        </a:p>
      </dgm:t>
    </dgm:pt>
    <dgm:pt modelId="{BF6AA3BB-C998-4CB1-BC8E-6EB710875D20}" type="parTrans" cxnId="{4E839851-AFB3-40BA-9699-4F9D47227E27}">
      <dgm:prSet/>
      <dgm:spPr/>
      <dgm:t>
        <a:bodyPr/>
        <a:lstStyle/>
        <a:p>
          <a:endParaRPr lang="en-US"/>
        </a:p>
      </dgm:t>
    </dgm:pt>
    <dgm:pt modelId="{374271E8-E7EE-4068-A98B-5898DDBBB663}" type="sibTrans" cxnId="{4E839851-AFB3-40BA-9699-4F9D47227E27}">
      <dgm:prSet/>
      <dgm:spPr/>
      <dgm:t>
        <a:bodyPr/>
        <a:lstStyle/>
        <a:p>
          <a:endParaRPr lang="en-US"/>
        </a:p>
      </dgm:t>
    </dgm:pt>
    <dgm:pt modelId="{05132D82-8B02-46E2-B280-3885E1C54363}">
      <dgm:prSet/>
      <dgm:spPr/>
      <dgm:t>
        <a:bodyPr/>
        <a:lstStyle/>
        <a:p>
          <a:r>
            <a:rPr lang="en-US" b="1"/>
            <a:t>Front end am using HTML, CSS and Javascript</a:t>
          </a:r>
          <a:endParaRPr lang="en-US"/>
        </a:p>
      </dgm:t>
    </dgm:pt>
    <dgm:pt modelId="{DD4509FE-D20A-44A4-9C31-312D7EB01C3B}" type="parTrans" cxnId="{3781952E-85BF-45BF-9D3E-044EE77891D5}">
      <dgm:prSet/>
      <dgm:spPr/>
      <dgm:t>
        <a:bodyPr/>
        <a:lstStyle/>
        <a:p>
          <a:endParaRPr lang="en-US"/>
        </a:p>
      </dgm:t>
    </dgm:pt>
    <dgm:pt modelId="{5BCC11B3-E4CB-4F1E-9898-078F1092FB87}" type="sibTrans" cxnId="{3781952E-85BF-45BF-9D3E-044EE77891D5}">
      <dgm:prSet/>
      <dgm:spPr/>
      <dgm:t>
        <a:bodyPr/>
        <a:lstStyle/>
        <a:p>
          <a:endParaRPr lang="en-US"/>
        </a:p>
      </dgm:t>
    </dgm:pt>
    <dgm:pt modelId="{46F67AA4-70CE-49E5-92B8-905FBE40E49A}">
      <dgm:prSet/>
      <dgm:spPr/>
      <dgm:t>
        <a:bodyPr/>
        <a:lstStyle/>
        <a:p>
          <a:r>
            <a:rPr lang="en-US" b="1"/>
            <a:t>Database is SQL</a:t>
          </a:r>
          <a:endParaRPr lang="en-US"/>
        </a:p>
      </dgm:t>
    </dgm:pt>
    <dgm:pt modelId="{CF95C43D-C1B4-489A-B648-CAA086DB9B9E}" type="parTrans" cxnId="{EE16D506-CC32-488F-866B-2F48DA4017FB}">
      <dgm:prSet/>
      <dgm:spPr/>
      <dgm:t>
        <a:bodyPr/>
        <a:lstStyle/>
        <a:p>
          <a:endParaRPr lang="en-US"/>
        </a:p>
      </dgm:t>
    </dgm:pt>
    <dgm:pt modelId="{A8B109B1-9FCB-417F-87E5-C90C95D8769F}" type="sibTrans" cxnId="{EE16D506-CC32-488F-866B-2F48DA4017FB}">
      <dgm:prSet/>
      <dgm:spPr/>
      <dgm:t>
        <a:bodyPr/>
        <a:lstStyle/>
        <a:p>
          <a:endParaRPr lang="en-US"/>
        </a:p>
      </dgm:t>
    </dgm:pt>
    <dgm:pt modelId="{B5A8ADA8-817C-4B27-962A-5D34922CA67A}">
      <dgm:prSet/>
      <dgm:spPr/>
      <dgm:t>
        <a:bodyPr/>
        <a:lstStyle/>
        <a:p>
          <a:r>
            <a:rPr lang="x-none" b="1"/>
            <a:t>Environment: Visual Studio Code</a:t>
          </a:r>
          <a:endParaRPr lang="en-US"/>
        </a:p>
      </dgm:t>
    </dgm:pt>
    <dgm:pt modelId="{D1411F94-580A-4C0D-9B22-5FB7931E413D}" type="parTrans" cxnId="{0B5CAFE1-96D6-407C-B12D-59DC9095F05E}">
      <dgm:prSet/>
      <dgm:spPr/>
      <dgm:t>
        <a:bodyPr/>
        <a:lstStyle/>
        <a:p>
          <a:endParaRPr lang="en-US"/>
        </a:p>
      </dgm:t>
    </dgm:pt>
    <dgm:pt modelId="{2F1E899F-EB57-45F7-B111-420B542FFE43}" type="sibTrans" cxnId="{0B5CAFE1-96D6-407C-B12D-59DC9095F05E}">
      <dgm:prSet/>
      <dgm:spPr/>
      <dgm:t>
        <a:bodyPr/>
        <a:lstStyle/>
        <a:p>
          <a:endParaRPr lang="en-US"/>
        </a:p>
      </dgm:t>
    </dgm:pt>
    <dgm:pt modelId="{24FEADC6-ED0A-4DF3-A843-1860991EFA8B}" type="pres">
      <dgm:prSet presAssocID="{65661BC2-DA03-48AE-A178-0E3AB01EB157}" presName="matrix" presStyleCnt="0">
        <dgm:presLayoutVars>
          <dgm:chMax val="1"/>
          <dgm:dir/>
          <dgm:resizeHandles val="exact"/>
        </dgm:presLayoutVars>
      </dgm:prSet>
      <dgm:spPr/>
      <dgm:t>
        <a:bodyPr/>
        <a:lstStyle/>
        <a:p>
          <a:endParaRPr lang="en-US"/>
        </a:p>
      </dgm:t>
    </dgm:pt>
    <dgm:pt modelId="{DA07B32E-390E-4318-B3ED-12E820A5417F}" type="pres">
      <dgm:prSet presAssocID="{65661BC2-DA03-48AE-A178-0E3AB01EB157}" presName="diamond" presStyleLbl="bgShp" presStyleIdx="0" presStyleCnt="1"/>
      <dgm:spPr/>
    </dgm:pt>
    <dgm:pt modelId="{EA79B50C-BFAF-43B3-BB64-0F63F6B9E456}" type="pres">
      <dgm:prSet presAssocID="{65661BC2-DA03-48AE-A178-0E3AB01EB157}" presName="quad1" presStyleLbl="node1" presStyleIdx="0" presStyleCnt="4">
        <dgm:presLayoutVars>
          <dgm:chMax val="0"/>
          <dgm:chPref val="0"/>
          <dgm:bulletEnabled val="1"/>
        </dgm:presLayoutVars>
      </dgm:prSet>
      <dgm:spPr/>
      <dgm:t>
        <a:bodyPr/>
        <a:lstStyle/>
        <a:p>
          <a:endParaRPr lang="en-US"/>
        </a:p>
      </dgm:t>
    </dgm:pt>
    <dgm:pt modelId="{11ECCE66-77B2-4893-833E-8F433DA8B657}" type="pres">
      <dgm:prSet presAssocID="{65661BC2-DA03-48AE-A178-0E3AB01EB157}" presName="quad2" presStyleLbl="node1" presStyleIdx="1" presStyleCnt="4">
        <dgm:presLayoutVars>
          <dgm:chMax val="0"/>
          <dgm:chPref val="0"/>
          <dgm:bulletEnabled val="1"/>
        </dgm:presLayoutVars>
      </dgm:prSet>
      <dgm:spPr/>
      <dgm:t>
        <a:bodyPr/>
        <a:lstStyle/>
        <a:p>
          <a:endParaRPr lang="en-US"/>
        </a:p>
      </dgm:t>
    </dgm:pt>
    <dgm:pt modelId="{9E5C7CA4-A16B-473A-9EB6-0CBD7665AE81}" type="pres">
      <dgm:prSet presAssocID="{65661BC2-DA03-48AE-A178-0E3AB01EB157}" presName="quad3" presStyleLbl="node1" presStyleIdx="2" presStyleCnt="4">
        <dgm:presLayoutVars>
          <dgm:chMax val="0"/>
          <dgm:chPref val="0"/>
          <dgm:bulletEnabled val="1"/>
        </dgm:presLayoutVars>
      </dgm:prSet>
      <dgm:spPr/>
      <dgm:t>
        <a:bodyPr/>
        <a:lstStyle/>
        <a:p>
          <a:endParaRPr lang="en-US"/>
        </a:p>
      </dgm:t>
    </dgm:pt>
    <dgm:pt modelId="{4E6A097A-B845-435C-BF8D-B7C0DCF390FE}" type="pres">
      <dgm:prSet presAssocID="{65661BC2-DA03-48AE-A178-0E3AB01EB157}" presName="quad4" presStyleLbl="node1" presStyleIdx="3" presStyleCnt="4">
        <dgm:presLayoutVars>
          <dgm:chMax val="0"/>
          <dgm:chPref val="0"/>
          <dgm:bulletEnabled val="1"/>
        </dgm:presLayoutVars>
      </dgm:prSet>
      <dgm:spPr/>
      <dgm:t>
        <a:bodyPr/>
        <a:lstStyle/>
        <a:p>
          <a:endParaRPr lang="en-US"/>
        </a:p>
      </dgm:t>
    </dgm:pt>
  </dgm:ptLst>
  <dgm:cxnLst>
    <dgm:cxn modelId="{EE16D506-CC32-488F-866B-2F48DA4017FB}" srcId="{65661BC2-DA03-48AE-A178-0E3AB01EB157}" destId="{46F67AA4-70CE-49E5-92B8-905FBE40E49A}" srcOrd="2" destOrd="0" parTransId="{CF95C43D-C1B4-489A-B648-CAA086DB9B9E}" sibTransId="{A8B109B1-9FCB-417F-87E5-C90C95D8769F}"/>
    <dgm:cxn modelId="{BBF0E5DC-7358-437F-ABF0-D01AE33ADC07}" type="presOf" srcId="{B5A8ADA8-817C-4B27-962A-5D34922CA67A}" destId="{4E6A097A-B845-435C-BF8D-B7C0DCF390FE}" srcOrd="0" destOrd="0" presId="urn:microsoft.com/office/officeart/2005/8/layout/matrix3"/>
    <dgm:cxn modelId="{18D3AE28-9237-4DFE-AF9F-44019DDEB751}" type="presOf" srcId="{6C66BA21-79BE-49E1-8DB1-6758D8E058E2}" destId="{EA79B50C-BFAF-43B3-BB64-0F63F6B9E456}" srcOrd="0" destOrd="0" presId="urn:microsoft.com/office/officeart/2005/8/layout/matrix3"/>
    <dgm:cxn modelId="{4442C01D-9806-48A6-973A-90E6C56AE466}" type="presOf" srcId="{46F67AA4-70CE-49E5-92B8-905FBE40E49A}" destId="{9E5C7CA4-A16B-473A-9EB6-0CBD7665AE81}" srcOrd="0" destOrd="0" presId="urn:microsoft.com/office/officeart/2005/8/layout/matrix3"/>
    <dgm:cxn modelId="{1BC95778-3D71-4132-9A10-AD890CC572E9}" type="presOf" srcId="{65661BC2-DA03-48AE-A178-0E3AB01EB157}" destId="{24FEADC6-ED0A-4DF3-A843-1860991EFA8B}" srcOrd="0" destOrd="0" presId="urn:microsoft.com/office/officeart/2005/8/layout/matrix3"/>
    <dgm:cxn modelId="{4E839851-AFB3-40BA-9699-4F9D47227E27}" srcId="{65661BC2-DA03-48AE-A178-0E3AB01EB157}" destId="{6C66BA21-79BE-49E1-8DB1-6758D8E058E2}" srcOrd="0" destOrd="0" parTransId="{BF6AA3BB-C998-4CB1-BC8E-6EB710875D20}" sibTransId="{374271E8-E7EE-4068-A98B-5898DDBBB663}"/>
    <dgm:cxn modelId="{0B5CAFE1-96D6-407C-B12D-59DC9095F05E}" srcId="{65661BC2-DA03-48AE-A178-0E3AB01EB157}" destId="{B5A8ADA8-817C-4B27-962A-5D34922CA67A}" srcOrd="3" destOrd="0" parTransId="{D1411F94-580A-4C0D-9B22-5FB7931E413D}" sibTransId="{2F1E899F-EB57-45F7-B111-420B542FFE43}"/>
    <dgm:cxn modelId="{E1A61B97-53A3-4B7D-AF91-7DE1E0477737}" type="presOf" srcId="{05132D82-8B02-46E2-B280-3885E1C54363}" destId="{11ECCE66-77B2-4893-833E-8F433DA8B657}" srcOrd="0" destOrd="0" presId="urn:microsoft.com/office/officeart/2005/8/layout/matrix3"/>
    <dgm:cxn modelId="{3781952E-85BF-45BF-9D3E-044EE77891D5}" srcId="{65661BC2-DA03-48AE-A178-0E3AB01EB157}" destId="{05132D82-8B02-46E2-B280-3885E1C54363}" srcOrd="1" destOrd="0" parTransId="{DD4509FE-D20A-44A4-9C31-312D7EB01C3B}" sibTransId="{5BCC11B3-E4CB-4F1E-9898-078F1092FB87}"/>
    <dgm:cxn modelId="{57A006AB-7969-4583-8261-523C5C458F27}" type="presParOf" srcId="{24FEADC6-ED0A-4DF3-A843-1860991EFA8B}" destId="{DA07B32E-390E-4318-B3ED-12E820A5417F}" srcOrd="0" destOrd="0" presId="urn:microsoft.com/office/officeart/2005/8/layout/matrix3"/>
    <dgm:cxn modelId="{240907DC-1495-49D8-AFCA-FFF5FB439D52}" type="presParOf" srcId="{24FEADC6-ED0A-4DF3-A843-1860991EFA8B}" destId="{EA79B50C-BFAF-43B3-BB64-0F63F6B9E456}" srcOrd="1" destOrd="0" presId="urn:microsoft.com/office/officeart/2005/8/layout/matrix3"/>
    <dgm:cxn modelId="{084DCB31-1458-47D1-B41E-462B4F610637}" type="presParOf" srcId="{24FEADC6-ED0A-4DF3-A843-1860991EFA8B}" destId="{11ECCE66-77B2-4893-833E-8F433DA8B657}" srcOrd="2" destOrd="0" presId="urn:microsoft.com/office/officeart/2005/8/layout/matrix3"/>
    <dgm:cxn modelId="{89A194F5-F8F7-400C-B21A-4A41B15812C7}" type="presParOf" srcId="{24FEADC6-ED0A-4DF3-A843-1860991EFA8B}" destId="{9E5C7CA4-A16B-473A-9EB6-0CBD7665AE81}" srcOrd="3" destOrd="0" presId="urn:microsoft.com/office/officeart/2005/8/layout/matrix3"/>
    <dgm:cxn modelId="{F1FF5085-3EFD-4136-977F-EC0C60CD7472}" type="presParOf" srcId="{24FEADC6-ED0A-4DF3-A843-1860991EFA8B}" destId="{4E6A097A-B845-435C-BF8D-B7C0DCF390FE}"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1FADE19-E7D0-4CAD-85E0-B7ED01BF5985}" type="doc">
      <dgm:prSet loTypeId="urn:microsoft.com/office/officeart/2016/7/layout/LinearBlockProcessNumbered" loCatId="process" qsTypeId="urn:microsoft.com/office/officeart/2005/8/quickstyle/simple1" qsCatId="simple" csTypeId="urn:microsoft.com/office/officeart/2005/8/colors/colorful1" csCatId="colorful"/>
      <dgm:spPr/>
      <dgm:t>
        <a:bodyPr/>
        <a:lstStyle/>
        <a:p>
          <a:endParaRPr lang="en-US"/>
        </a:p>
      </dgm:t>
    </dgm:pt>
    <dgm:pt modelId="{62098D8F-D01A-4860-8BE9-3F7FDC842BE3}">
      <dgm:prSet/>
      <dgm:spPr/>
      <dgm:t>
        <a:bodyPr/>
        <a:lstStyle/>
        <a:p>
          <a:r>
            <a:rPr lang="x-none" b="1"/>
            <a:t>BACKEND LOGIC SUMMARY</a:t>
          </a:r>
          <a:endParaRPr lang="en-US"/>
        </a:p>
      </dgm:t>
    </dgm:pt>
    <dgm:pt modelId="{9D747DAA-77B0-4342-B877-8BB9857DD656}" type="parTrans" cxnId="{962E8DB8-658E-4849-B7AE-59263253518B}">
      <dgm:prSet/>
      <dgm:spPr/>
      <dgm:t>
        <a:bodyPr/>
        <a:lstStyle/>
        <a:p>
          <a:endParaRPr lang="en-US"/>
        </a:p>
      </dgm:t>
    </dgm:pt>
    <dgm:pt modelId="{1B780C6E-B478-4A64-A8DC-D5BE9BBAC1AE}" type="sibTrans" cxnId="{962E8DB8-658E-4849-B7AE-59263253518B}">
      <dgm:prSet phldrT="01" phldr="0"/>
      <dgm:spPr/>
      <dgm:t>
        <a:bodyPr/>
        <a:lstStyle/>
        <a:p>
          <a:r>
            <a:rPr lang="en-US"/>
            <a:t>01</a:t>
          </a:r>
        </a:p>
      </dgm:t>
    </dgm:pt>
    <dgm:pt modelId="{B2CF7215-B4D0-4568-A1DC-301684469A57}">
      <dgm:prSet/>
      <dgm:spPr/>
      <dgm:t>
        <a:bodyPr/>
        <a:lstStyle/>
        <a:p>
          <a:r>
            <a:rPr lang="x-none" b="1"/>
            <a:t>When a new user registers → Role = 'NonResident', IsApproved = 0</a:t>
          </a:r>
          <a:endParaRPr lang="en-US"/>
        </a:p>
      </dgm:t>
    </dgm:pt>
    <dgm:pt modelId="{06DDE014-4016-488D-934E-9C216A809ED9}" type="parTrans" cxnId="{F5A6D8F0-D98F-42A0-8B55-7023F23F4F99}">
      <dgm:prSet/>
      <dgm:spPr/>
      <dgm:t>
        <a:bodyPr/>
        <a:lstStyle/>
        <a:p>
          <a:endParaRPr lang="en-US"/>
        </a:p>
      </dgm:t>
    </dgm:pt>
    <dgm:pt modelId="{59D2B2FC-EFB0-4F10-9806-7ABB9C382A4C}" type="sibTrans" cxnId="{F5A6D8F0-D98F-42A0-8B55-7023F23F4F99}">
      <dgm:prSet phldrT="02" phldr="0"/>
      <dgm:spPr/>
      <dgm:t>
        <a:bodyPr/>
        <a:lstStyle/>
        <a:p>
          <a:r>
            <a:rPr lang="en-US"/>
            <a:t>02</a:t>
          </a:r>
        </a:p>
      </dgm:t>
    </dgm:pt>
    <dgm:pt modelId="{AD46BBF7-C884-45C1-ABD4-6059BC93816A}">
      <dgm:prSet/>
      <dgm:spPr/>
      <dgm:t>
        <a:bodyPr/>
        <a:lstStyle/>
        <a:p>
          <a:r>
            <a:rPr lang="x-none" b="1"/>
            <a:t>When Admin approves → Role = 'Resident', IsApproved = 1</a:t>
          </a:r>
          <a:endParaRPr lang="en-US"/>
        </a:p>
      </dgm:t>
    </dgm:pt>
    <dgm:pt modelId="{4A5E9DE0-1615-46B5-A3AE-EBB4B72B46DD}" type="parTrans" cxnId="{A5A3C505-EEB9-474F-A30C-34D3347923B0}">
      <dgm:prSet/>
      <dgm:spPr/>
      <dgm:t>
        <a:bodyPr/>
        <a:lstStyle/>
        <a:p>
          <a:endParaRPr lang="en-US"/>
        </a:p>
      </dgm:t>
    </dgm:pt>
    <dgm:pt modelId="{92ED802C-8D9D-438C-826E-2571207B955F}" type="sibTrans" cxnId="{A5A3C505-EEB9-474F-A30C-34D3347923B0}">
      <dgm:prSet phldrT="03" phldr="0"/>
      <dgm:spPr/>
      <dgm:t>
        <a:bodyPr/>
        <a:lstStyle/>
        <a:p>
          <a:r>
            <a:rPr lang="en-US"/>
            <a:t>03</a:t>
          </a:r>
        </a:p>
      </dgm:t>
    </dgm:pt>
    <dgm:pt modelId="{C1B0BEFA-A2F7-4B25-8715-9791FD94612B}">
      <dgm:prSet/>
      <dgm:spPr/>
      <dgm:t>
        <a:bodyPr/>
        <a:lstStyle/>
        <a:p>
          <a:r>
            <a:rPr lang="x-none" b="1"/>
            <a:t>Admin accounts are created manually or seeded.</a:t>
          </a:r>
          <a:endParaRPr lang="en-US"/>
        </a:p>
      </dgm:t>
    </dgm:pt>
    <dgm:pt modelId="{4B97DC52-B5B3-400A-904A-E1625F9B3C47}" type="parTrans" cxnId="{B7521E94-7AC8-4110-9C20-8FAC361A302C}">
      <dgm:prSet/>
      <dgm:spPr/>
      <dgm:t>
        <a:bodyPr/>
        <a:lstStyle/>
        <a:p>
          <a:endParaRPr lang="en-US"/>
        </a:p>
      </dgm:t>
    </dgm:pt>
    <dgm:pt modelId="{44C562DE-70B2-42B4-8F3F-4F72509970B9}" type="sibTrans" cxnId="{B7521E94-7AC8-4110-9C20-8FAC361A302C}">
      <dgm:prSet phldrT="04" phldr="0"/>
      <dgm:spPr/>
      <dgm:t>
        <a:bodyPr/>
        <a:lstStyle/>
        <a:p>
          <a:r>
            <a:rPr lang="en-US"/>
            <a:t>04</a:t>
          </a:r>
        </a:p>
      </dgm:t>
    </dgm:pt>
    <dgm:pt modelId="{35D27903-654A-4BD7-9843-CE872711C35D}" type="pres">
      <dgm:prSet presAssocID="{E1FADE19-E7D0-4CAD-85E0-B7ED01BF5985}" presName="Name0" presStyleCnt="0">
        <dgm:presLayoutVars>
          <dgm:animLvl val="lvl"/>
          <dgm:resizeHandles val="exact"/>
        </dgm:presLayoutVars>
      </dgm:prSet>
      <dgm:spPr/>
      <dgm:t>
        <a:bodyPr/>
        <a:lstStyle/>
        <a:p>
          <a:endParaRPr lang="en-US"/>
        </a:p>
      </dgm:t>
    </dgm:pt>
    <dgm:pt modelId="{04D5B12E-57C4-4966-94A6-107053BAC67E}" type="pres">
      <dgm:prSet presAssocID="{62098D8F-D01A-4860-8BE9-3F7FDC842BE3}" presName="compositeNode" presStyleCnt="0">
        <dgm:presLayoutVars>
          <dgm:bulletEnabled val="1"/>
        </dgm:presLayoutVars>
      </dgm:prSet>
      <dgm:spPr/>
    </dgm:pt>
    <dgm:pt modelId="{F9A32D92-E2C9-4ABC-91C9-61AB34DF42FB}" type="pres">
      <dgm:prSet presAssocID="{62098D8F-D01A-4860-8BE9-3F7FDC842BE3}" presName="bgRect" presStyleLbl="alignNode1" presStyleIdx="0" presStyleCnt="4"/>
      <dgm:spPr/>
      <dgm:t>
        <a:bodyPr/>
        <a:lstStyle/>
        <a:p>
          <a:endParaRPr lang="en-US"/>
        </a:p>
      </dgm:t>
    </dgm:pt>
    <dgm:pt modelId="{3602E734-0FE4-44CB-B41A-4EF9130653DE}" type="pres">
      <dgm:prSet presAssocID="{1B780C6E-B478-4A64-A8DC-D5BE9BBAC1AE}" presName="sibTransNodeRect" presStyleLbl="alignNode1" presStyleIdx="0" presStyleCnt="4">
        <dgm:presLayoutVars>
          <dgm:chMax val="0"/>
          <dgm:bulletEnabled val="1"/>
        </dgm:presLayoutVars>
      </dgm:prSet>
      <dgm:spPr/>
      <dgm:t>
        <a:bodyPr/>
        <a:lstStyle/>
        <a:p>
          <a:endParaRPr lang="en-US"/>
        </a:p>
      </dgm:t>
    </dgm:pt>
    <dgm:pt modelId="{D029DEE0-2F08-43B1-89B0-586B4AF64072}" type="pres">
      <dgm:prSet presAssocID="{62098D8F-D01A-4860-8BE9-3F7FDC842BE3}" presName="nodeRect" presStyleLbl="alignNode1" presStyleIdx="0" presStyleCnt="4">
        <dgm:presLayoutVars>
          <dgm:bulletEnabled val="1"/>
        </dgm:presLayoutVars>
      </dgm:prSet>
      <dgm:spPr/>
      <dgm:t>
        <a:bodyPr/>
        <a:lstStyle/>
        <a:p>
          <a:endParaRPr lang="en-US"/>
        </a:p>
      </dgm:t>
    </dgm:pt>
    <dgm:pt modelId="{6B3CBBC3-9E56-46BE-BE11-F350091F07CB}" type="pres">
      <dgm:prSet presAssocID="{1B780C6E-B478-4A64-A8DC-D5BE9BBAC1AE}" presName="sibTrans" presStyleCnt="0"/>
      <dgm:spPr/>
    </dgm:pt>
    <dgm:pt modelId="{7ECA2632-490A-4BAE-BC7F-526557B5DF36}" type="pres">
      <dgm:prSet presAssocID="{B2CF7215-B4D0-4568-A1DC-301684469A57}" presName="compositeNode" presStyleCnt="0">
        <dgm:presLayoutVars>
          <dgm:bulletEnabled val="1"/>
        </dgm:presLayoutVars>
      </dgm:prSet>
      <dgm:spPr/>
    </dgm:pt>
    <dgm:pt modelId="{3A6B869B-AF26-44E7-A135-9D25474F27AB}" type="pres">
      <dgm:prSet presAssocID="{B2CF7215-B4D0-4568-A1DC-301684469A57}" presName="bgRect" presStyleLbl="alignNode1" presStyleIdx="1" presStyleCnt="4"/>
      <dgm:spPr/>
      <dgm:t>
        <a:bodyPr/>
        <a:lstStyle/>
        <a:p>
          <a:endParaRPr lang="en-US"/>
        </a:p>
      </dgm:t>
    </dgm:pt>
    <dgm:pt modelId="{54C0414C-70C0-416D-ABFA-8E9A6C2AF989}" type="pres">
      <dgm:prSet presAssocID="{59D2B2FC-EFB0-4F10-9806-7ABB9C382A4C}" presName="sibTransNodeRect" presStyleLbl="alignNode1" presStyleIdx="1" presStyleCnt="4">
        <dgm:presLayoutVars>
          <dgm:chMax val="0"/>
          <dgm:bulletEnabled val="1"/>
        </dgm:presLayoutVars>
      </dgm:prSet>
      <dgm:spPr/>
      <dgm:t>
        <a:bodyPr/>
        <a:lstStyle/>
        <a:p>
          <a:endParaRPr lang="en-US"/>
        </a:p>
      </dgm:t>
    </dgm:pt>
    <dgm:pt modelId="{2DC7E4D7-15BC-4434-B705-32D0E5B28676}" type="pres">
      <dgm:prSet presAssocID="{B2CF7215-B4D0-4568-A1DC-301684469A57}" presName="nodeRect" presStyleLbl="alignNode1" presStyleIdx="1" presStyleCnt="4">
        <dgm:presLayoutVars>
          <dgm:bulletEnabled val="1"/>
        </dgm:presLayoutVars>
      </dgm:prSet>
      <dgm:spPr/>
      <dgm:t>
        <a:bodyPr/>
        <a:lstStyle/>
        <a:p>
          <a:endParaRPr lang="en-US"/>
        </a:p>
      </dgm:t>
    </dgm:pt>
    <dgm:pt modelId="{D26DDE78-F93D-4FDB-8B9A-970EC65749DA}" type="pres">
      <dgm:prSet presAssocID="{59D2B2FC-EFB0-4F10-9806-7ABB9C382A4C}" presName="sibTrans" presStyleCnt="0"/>
      <dgm:spPr/>
    </dgm:pt>
    <dgm:pt modelId="{38002CAE-C950-48AE-AD78-5C805B687804}" type="pres">
      <dgm:prSet presAssocID="{AD46BBF7-C884-45C1-ABD4-6059BC93816A}" presName="compositeNode" presStyleCnt="0">
        <dgm:presLayoutVars>
          <dgm:bulletEnabled val="1"/>
        </dgm:presLayoutVars>
      </dgm:prSet>
      <dgm:spPr/>
    </dgm:pt>
    <dgm:pt modelId="{011E061E-336D-43EE-8BA8-4BABFD90E2F0}" type="pres">
      <dgm:prSet presAssocID="{AD46BBF7-C884-45C1-ABD4-6059BC93816A}" presName="bgRect" presStyleLbl="alignNode1" presStyleIdx="2" presStyleCnt="4"/>
      <dgm:spPr/>
      <dgm:t>
        <a:bodyPr/>
        <a:lstStyle/>
        <a:p>
          <a:endParaRPr lang="en-US"/>
        </a:p>
      </dgm:t>
    </dgm:pt>
    <dgm:pt modelId="{1232780B-F4F5-4B1F-BC68-793C89B8B315}" type="pres">
      <dgm:prSet presAssocID="{92ED802C-8D9D-438C-826E-2571207B955F}" presName="sibTransNodeRect" presStyleLbl="alignNode1" presStyleIdx="2" presStyleCnt="4">
        <dgm:presLayoutVars>
          <dgm:chMax val="0"/>
          <dgm:bulletEnabled val="1"/>
        </dgm:presLayoutVars>
      </dgm:prSet>
      <dgm:spPr/>
      <dgm:t>
        <a:bodyPr/>
        <a:lstStyle/>
        <a:p>
          <a:endParaRPr lang="en-US"/>
        </a:p>
      </dgm:t>
    </dgm:pt>
    <dgm:pt modelId="{BDBACF2F-C8F0-4741-998D-6940FDE61F08}" type="pres">
      <dgm:prSet presAssocID="{AD46BBF7-C884-45C1-ABD4-6059BC93816A}" presName="nodeRect" presStyleLbl="alignNode1" presStyleIdx="2" presStyleCnt="4">
        <dgm:presLayoutVars>
          <dgm:bulletEnabled val="1"/>
        </dgm:presLayoutVars>
      </dgm:prSet>
      <dgm:spPr/>
      <dgm:t>
        <a:bodyPr/>
        <a:lstStyle/>
        <a:p>
          <a:endParaRPr lang="en-US"/>
        </a:p>
      </dgm:t>
    </dgm:pt>
    <dgm:pt modelId="{66ACFED0-91B3-4202-81C3-678764B27A10}" type="pres">
      <dgm:prSet presAssocID="{92ED802C-8D9D-438C-826E-2571207B955F}" presName="sibTrans" presStyleCnt="0"/>
      <dgm:spPr/>
    </dgm:pt>
    <dgm:pt modelId="{A55EC5D0-A913-4921-87A9-1644EE865716}" type="pres">
      <dgm:prSet presAssocID="{C1B0BEFA-A2F7-4B25-8715-9791FD94612B}" presName="compositeNode" presStyleCnt="0">
        <dgm:presLayoutVars>
          <dgm:bulletEnabled val="1"/>
        </dgm:presLayoutVars>
      </dgm:prSet>
      <dgm:spPr/>
    </dgm:pt>
    <dgm:pt modelId="{87D26B90-4856-4754-805D-6ACEB8B997C8}" type="pres">
      <dgm:prSet presAssocID="{C1B0BEFA-A2F7-4B25-8715-9791FD94612B}" presName="bgRect" presStyleLbl="alignNode1" presStyleIdx="3" presStyleCnt="4"/>
      <dgm:spPr/>
      <dgm:t>
        <a:bodyPr/>
        <a:lstStyle/>
        <a:p>
          <a:endParaRPr lang="en-US"/>
        </a:p>
      </dgm:t>
    </dgm:pt>
    <dgm:pt modelId="{40790FA2-84F0-4942-A10F-C3188D044485}" type="pres">
      <dgm:prSet presAssocID="{44C562DE-70B2-42B4-8F3F-4F72509970B9}" presName="sibTransNodeRect" presStyleLbl="alignNode1" presStyleIdx="3" presStyleCnt="4">
        <dgm:presLayoutVars>
          <dgm:chMax val="0"/>
          <dgm:bulletEnabled val="1"/>
        </dgm:presLayoutVars>
      </dgm:prSet>
      <dgm:spPr/>
      <dgm:t>
        <a:bodyPr/>
        <a:lstStyle/>
        <a:p>
          <a:endParaRPr lang="en-US"/>
        </a:p>
      </dgm:t>
    </dgm:pt>
    <dgm:pt modelId="{A22D8A62-D5FC-43A9-A949-E26E37B1303E}" type="pres">
      <dgm:prSet presAssocID="{C1B0BEFA-A2F7-4B25-8715-9791FD94612B}" presName="nodeRect" presStyleLbl="alignNode1" presStyleIdx="3" presStyleCnt="4">
        <dgm:presLayoutVars>
          <dgm:bulletEnabled val="1"/>
        </dgm:presLayoutVars>
      </dgm:prSet>
      <dgm:spPr/>
      <dgm:t>
        <a:bodyPr/>
        <a:lstStyle/>
        <a:p>
          <a:endParaRPr lang="en-US"/>
        </a:p>
      </dgm:t>
    </dgm:pt>
  </dgm:ptLst>
  <dgm:cxnLst>
    <dgm:cxn modelId="{A5A3C505-EEB9-474F-A30C-34D3347923B0}" srcId="{E1FADE19-E7D0-4CAD-85E0-B7ED01BF5985}" destId="{AD46BBF7-C884-45C1-ABD4-6059BC93816A}" srcOrd="2" destOrd="0" parTransId="{4A5E9DE0-1615-46B5-A3AE-EBB4B72B46DD}" sibTransId="{92ED802C-8D9D-438C-826E-2571207B955F}"/>
    <dgm:cxn modelId="{E09A5ABC-DB8E-4602-86ED-EA67DE9CCE2A}" type="presOf" srcId="{62098D8F-D01A-4860-8BE9-3F7FDC842BE3}" destId="{D029DEE0-2F08-43B1-89B0-586B4AF64072}" srcOrd="1" destOrd="0" presId="urn:microsoft.com/office/officeart/2016/7/layout/LinearBlockProcessNumbered"/>
    <dgm:cxn modelId="{1D956EE3-277D-4209-BC0A-78AE8CA7C541}" type="presOf" srcId="{59D2B2FC-EFB0-4F10-9806-7ABB9C382A4C}" destId="{54C0414C-70C0-416D-ABFA-8E9A6C2AF989}" srcOrd="0" destOrd="0" presId="urn:microsoft.com/office/officeart/2016/7/layout/LinearBlockProcessNumbered"/>
    <dgm:cxn modelId="{A80BF2BF-07FD-4D66-83A9-6FA1693ECCB8}" type="presOf" srcId="{C1B0BEFA-A2F7-4B25-8715-9791FD94612B}" destId="{87D26B90-4856-4754-805D-6ACEB8B997C8}" srcOrd="0" destOrd="0" presId="urn:microsoft.com/office/officeart/2016/7/layout/LinearBlockProcessNumbered"/>
    <dgm:cxn modelId="{F5A6D8F0-D98F-42A0-8B55-7023F23F4F99}" srcId="{E1FADE19-E7D0-4CAD-85E0-B7ED01BF5985}" destId="{B2CF7215-B4D0-4568-A1DC-301684469A57}" srcOrd="1" destOrd="0" parTransId="{06DDE014-4016-488D-934E-9C216A809ED9}" sibTransId="{59D2B2FC-EFB0-4F10-9806-7ABB9C382A4C}"/>
    <dgm:cxn modelId="{E1824EFE-2026-4CB3-A16C-61657295D97F}" type="presOf" srcId="{92ED802C-8D9D-438C-826E-2571207B955F}" destId="{1232780B-F4F5-4B1F-BC68-793C89B8B315}" srcOrd="0" destOrd="0" presId="urn:microsoft.com/office/officeart/2016/7/layout/LinearBlockProcessNumbered"/>
    <dgm:cxn modelId="{24A91029-89F5-4E25-B958-0548B4460C12}" type="presOf" srcId="{B2CF7215-B4D0-4568-A1DC-301684469A57}" destId="{3A6B869B-AF26-44E7-A135-9D25474F27AB}" srcOrd="0" destOrd="0" presId="urn:microsoft.com/office/officeart/2016/7/layout/LinearBlockProcessNumbered"/>
    <dgm:cxn modelId="{B7521E94-7AC8-4110-9C20-8FAC361A302C}" srcId="{E1FADE19-E7D0-4CAD-85E0-B7ED01BF5985}" destId="{C1B0BEFA-A2F7-4B25-8715-9791FD94612B}" srcOrd="3" destOrd="0" parTransId="{4B97DC52-B5B3-400A-904A-E1625F9B3C47}" sibTransId="{44C562DE-70B2-42B4-8F3F-4F72509970B9}"/>
    <dgm:cxn modelId="{B53340A1-AA2C-401F-8D0F-7CA4FE326268}" type="presOf" srcId="{62098D8F-D01A-4860-8BE9-3F7FDC842BE3}" destId="{F9A32D92-E2C9-4ABC-91C9-61AB34DF42FB}" srcOrd="0" destOrd="0" presId="urn:microsoft.com/office/officeart/2016/7/layout/LinearBlockProcessNumbered"/>
    <dgm:cxn modelId="{EAB2F221-11F0-43CF-8BB7-17D5BCF2EBE6}" type="presOf" srcId="{44C562DE-70B2-42B4-8F3F-4F72509970B9}" destId="{40790FA2-84F0-4942-A10F-C3188D044485}" srcOrd="0" destOrd="0" presId="urn:microsoft.com/office/officeart/2016/7/layout/LinearBlockProcessNumbered"/>
    <dgm:cxn modelId="{A315F2B9-01FF-4517-962C-49F69237ACC6}" type="presOf" srcId="{AD46BBF7-C884-45C1-ABD4-6059BC93816A}" destId="{BDBACF2F-C8F0-4741-998D-6940FDE61F08}" srcOrd="1" destOrd="0" presId="urn:microsoft.com/office/officeart/2016/7/layout/LinearBlockProcessNumbered"/>
    <dgm:cxn modelId="{22A9724F-DE81-455A-A88D-AED9CAE07A2D}" type="presOf" srcId="{C1B0BEFA-A2F7-4B25-8715-9791FD94612B}" destId="{A22D8A62-D5FC-43A9-A949-E26E37B1303E}" srcOrd="1" destOrd="0" presId="urn:microsoft.com/office/officeart/2016/7/layout/LinearBlockProcessNumbered"/>
    <dgm:cxn modelId="{962E8DB8-658E-4849-B7AE-59263253518B}" srcId="{E1FADE19-E7D0-4CAD-85E0-B7ED01BF5985}" destId="{62098D8F-D01A-4860-8BE9-3F7FDC842BE3}" srcOrd="0" destOrd="0" parTransId="{9D747DAA-77B0-4342-B877-8BB9857DD656}" sibTransId="{1B780C6E-B478-4A64-A8DC-D5BE9BBAC1AE}"/>
    <dgm:cxn modelId="{7F490581-6376-44FB-A48D-848EC98A131D}" type="presOf" srcId="{1B780C6E-B478-4A64-A8DC-D5BE9BBAC1AE}" destId="{3602E734-0FE4-44CB-B41A-4EF9130653DE}" srcOrd="0" destOrd="0" presId="urn:microsoft.com/office/officeart/2016/7/layout/LinearBlockProcessNumbered"/>
    <dgm:cxn modelId="{EA607B58-D738-4F7A-A65B-BB1A6C5A930B}" type="presOf" srcId="{E1FADE19-E7D0-4CAD-85E0-B7ED01BF5985}" destId="{35D27903-654A-4BD7-9843-CE872711C35D}" srcOrd="0" destOrd="0" presId="urn:microsoft.com/office/officeart/2016/7/layout/LinearBlockProcessNumbered"/>
    <dgm:cxn modelId="{382E533A-04AF-407D-BD6E-E14A9BB423FE}" type="presOf" srcId="{AD46BBF7-C884-45C1-ABD4-6059BC93816A}" destId="{011E061E-336D-43EE-8BA8-4BABFD90E2F0}" srcOrd="0" destOrd="0" presId="urn:microsoft.com/office/officeart/2016/7/layout/LinearBlockProcessNumbered"/>
    <dgm:cxn modelId="{567A3F2D-52F4-4A05-A5EA-8C55C39A1C9F}" type="presOf" srcId="{B2CF7215-B4D0-4568-A1DC-301684469A57}" destId="{2DC7E4D7-15BC-4434-B705-32D0E5B28676}" srcOrd="1" destOrd="0" presId="urn:microsoft.com/office/officeart/2016/7/layout/LinearBlockProcessNumbered"/>
    <dgm:cxn modelId="{9D7B4104-BB92-49BF-95DF-3076FFB29094}" type="presParOf" srcId="{35D27903-654A-4BD7-9843-CE872711C35D}" destId="{04D5B12E-57C4-4966-94A6-107053BAC67E}" srcOrd="0" destOrd="0" presId="urn:microsoft.com/office/officeart/2016/7/layout/LinearBlockProcessNumbered"/>
    <dgm:cxn modelId="{80A76DDE-500D-4408-B19E-5FCBEC49F5C1}" type="presParOf" srcId="{04D5B12E-57C4-4966-94A6-107053BAC67E}" destId="{F9A32D92-E2C9-4ABC-91C9-61AB34DF42FB}" srcOrd="0" destOrd="0" presId="urn:microsoft.com/office/officeart/2016/7/layout/LinearBlockProcessNumbered"/>
    <dgm:cxn modelId="{0EE415D5-301E-443F-A617-D6E8B4F061C7}" type="presParOf" srcId="{04D5B12E-57C4-4966-94A6-107053BAC67E}" destId="{3602E734-0FE4-44CB-B41A-4EF9130653DE}" srcOrd="1" destOrd="0" presId="urn:microsoft.com/office/officeart/2016/7/layout/LinearBlockProcessNumbered"/>
    <dgm:cxn modelId="{6C36C74A-381E-4FC8-81F4-D4EA389FF6BB}" type="presParOf" srcId="{04D5B12E-57C4-4966-94A6-107053BAC67E}" destId="{D029DEE0-2F08-43B1-89B0-586B4AF64072}" srcOrd="2" destOrd="0" presId="urn:microsoft.com/office/officeart/2016/7/layout/LinearBlockProcessNumbered"/>
    <dgm:cxn modelId="{711E83A5-13F6-446E-80F1-577100459B8E}" type="presParOf" srcId="{35D27903-654A-4BD7-9843-CE872711C35D}" destId="{6B3CBBC3-9E56-46BE-BE11-F350091F07CB}" srcOrd="1" destOrd="0" presId="urn:microsoft.com/office/officeart/2016/7/layout/LinearBlockProcessNumbered"/>
    <dgm:cxn modelId="{C5D5B20C-6954-4BC8-A411-3B37642D1035}" type="presParOf" srcId="{35D27903-654A-4BD7-9843-CE872711C35D}" destId="{7ECA2632-490A-4BAE-BC7F-526557B5DF36}" srcOrd="2" destOrd="0" presId="urn:microsoft.com/office/officeart/2016/7/layout/LinearBlockProcessNumbered"/>
    <dgm:cxn modelId="{80CD6185-C486-4181-A794-C8A89A05BA0E}" type="presParOf" srcId="{7ECA2632-490A-4BAE-BC7F-526557B5DF36}" destId="{3A6B869B-AF26-44E7-A135-9D25474F27AB}" srcOrd="0" destOrd="0" presId="urn:microsoft.com/office/officeart/2016/7/layout/LinearBlockProcessNumbered"/>
    <dgm:cxn modelId="{41C67824-2D95-4F25-A826-D10FCD9C694B}" type="presParOf" srcId="{7ECA2632-490A-4BAE-BC7F-526557B5DF36}" destId="{54C0414C-70C0-416D-ABFA-8E9A6C2AF989}" srcOrd="1" destOrd="0" presId="urn:microsoft.com/office/officeart/2016/7/layout/LinearBlockProcessNumbered"/>
    <dgm:cxn modelId="{44BBFFD0-CD5C-4EBA-83C7-16B20539BE93}" type="presParOf" srcId="{7ECA2632-490A-4BAE-BC7F-526557B5DF36}" destId="{2DC7E4D7-15BC-4434-B705-32D0E5B28676}" srcOrd="2" destOrd="0" presId="urn:microsoft.com/office/officeart/2016/7/layout/LinearBlockProcessNumbered"/>
    <dgm:cxn modelId="{17CBDC5D-013E-4116-A3EF-AD6C65494FF0}" type="presParOf" srcId="{35D27903-654A-4BD7-9843-CE872711C35D}" destId="{D26DDE78-F93D-4FDB-8B9A-970EC65749DA}" srcOrd="3" destOrd="0" presId="urn:microsoft.com/office/officeart/2016/7/layout/LinearBlockProcessNumbered"/>
    <dgm:cxn modelId="{13AB9915-7D3E-4BB9-909C-EB0F57791C19}" type="presParOf" srcId="{35D27903-654A-4BD7-9843-CE872711C35D}" destId="{38002CAE-C950-48AE-AD78-5C805B687804}" srcOrd="4" destOrd="0" presId="urn:microsoft.com/office/officeart/2016/7/layout/LinearBlockProcessNumbered"/>
    <dgm:cxn modelId="{47C9A9CC-1A74-4FBC-8583-6515CDB16C68}" type="presParOf" srcId="{38002CAE-C950-48AE-AD78-5C805B687804}" destId="{011E061E-336D-43EE-8BA8-4BABFD90E2F0}" srcOrd="0" destOrd="0" presId="urn:microsoft.com/office/officeart/2016/7/layout/LinearBlockProcessNumbered"/>
    <dgm:cxn modelId="{A2BE8CD0-5979-4B61-8ED0-8F908470F651}" type="presParOf" srcId="{38002CAE-C950-48AE-AD78-5C805B687804}" destId="{1232780B-F4F5-4B1F-BC68-793C89B8B315}" srcOrd="1" destOrd="0" presId="urn:microsoft.com/office/officeart/2016/7/layout/LinearBlockProcessNumbered"/>
    <dgm:cxn modelId="{794E6E5D-8020-473A-81DB-DAEF3EFE9474}" type="presParOf" srcId="{38002CAE-C950-48AE-AD78-5C805B687804}" destId="{BDBACF2F-C8F0-4741-998D-6940FDE61F08}" srcOrd="2" destOrd="0" presId="urn:microsoft.com/office/officeart/2016/7/layout/LinearBlockProcessNumbered"/>
    <dgm:cxn modelId="{80FF3AD5-846C-41DF-B9DD-455C7D817348}" type="presParOf" srcId="{35D27903-654A-4BD7-9843-CE872711C35D}" destId="{66ACFED0-91B3-4202-81C3-678764B27A10}" srcOrd="5" destOrd="0" presId="urn:microsoft.com/office/officeart/2016/7/layout/LinearBlockProcessNumbered"/>
    <dgm:cxn modelId="{6B16642E-0CE6-4B52-8F3C-8ED0D66FAF83}" type="presParOf" srcId="{35D27903-654A-4BD7-9843-CE872711C35D}" destId="{A55EC5D0-A913-4921-87A9-1644EE865716}" srcOrd="6" destOrd="0" presId="urn:microsoft.com/office/officeart/2016/7/layout/LinearBlockProcessNumbered"/>
    <dgm:cxn modelId="{747486D4-41A3-4928-B350-F0CCF532897C}" type="presParOf" srcId="{A55EC5D0-A913-4921-87A9-1644EE865716}" destId="{87D26B90-4856-4754-805D-6ACEB8B997C8}" srcOrd="0" destOrd="0" presId="urn:microsoft.com/office/officeart/2016/7/layout/LinearBlockProcessNumbered"/>
    <dgm:cxn modelId="{7799B685-E92D-4B11-A0CB-3E25AF8EF921}" type="presParOf" srcId="{A55EC5D0-A913-4921-87A9-1644EE865716}" destId="{40790FA2-84F0-4942-A10F-C3188D044485}" srcOrd="1" destOrd="0" presId="urn:microsoft.com/office/officeart/2016/7/layout/LinearBlockProcessNumbered"/>
    <dgm:cxn modelId="{5FE9BB61-9A72-4E36-B1A8-3B5D8946400B}" type="presParOf" srcId="{A55EC5D0-A913-4921-87A9-1644EE865716}" destId="{A22D8A62-D5FC-43A9-A949-E26E37B1303E}"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7E4AAD-FAE3-456E-97E5-4FF451183879}">
      <dsp:nvSpPr>
        <dsp:cNvPr id="0" name=""/>
        <dsp:cNvSpPr/>
      </dsp:nvSpPr>
      <dsp:spPr>
        <a:xfrm>
          <a:off x="0" y="4389"/>
          <a:ext cx="5849557" cy="934953"/>
        </a:xfrm>
        <a:prstGeom prst="roundRect">
          <a:avLst>
            <a:gd name="adj" fmla="val 10000"/>
          </a:avLst>
        </a:prstGeom>
        <a:solidFill>
          <a:schemeClr val="bg1">
            <a:lumMod val="95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2C11126F-AB35-47DC-9624-044523C52FD3}">
      <dsp:nvSpPr>
        <dsp:cNvPr id="0" name=""/>
        <dsp:cNvSpPr/>
      </dsp:nvSpPr>
      <dsp:spPr>
        <a:xfrm>
          <a:off x="282823" y="214754"/>
          <a:ext cx="514224" cy="514224"/>
        </a:xfrm>
        <a:prstGeom prst="rect">
          <a:avLst/>
        </a:prstGeom>
        <a:blipFill>
          <a:blip xmlns:r="http://schemas.openxmlformats.org/officeDocument/2006/relationships" r:embed="rId1" cstate="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F344DBF8-9C16-462D-98C2-7F2648D20A9D}">
      <dsp:nvSpPr>
        <dsp:cNvPr id="0" name=""/>
        <dsp:cNvSpPr/>
      </dsp:nvSpPr>
      <dsp:spPr>
        <a:xfrm>
          <a:off x="1079871" y="4389"/>
          <a:ext cx="4769685" cy="93495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98949" tIns="98949" rIns="98949" bIns="98949" numCol="1" spcCol="1270" anchor="ctr" anchorCtr="0">
          <a:noAutofit/>
        </a:bodyPr>
        <a:lstStyle/>
        <a:p>
          <a:pPr lvl="0" algn="l" defTabSz="666750">
            <a:lnSpc>
              <a:spcPct val="100000"/>
            </a:lnSpc>
            <a:spcBef>
              <a:spcPct val="0"/>
            </a:spcBef>
            <a:spcAft>
              <a:spcPct val="35000"/>
            </a:spcAft>
          </a:pPr>
          <a:r>
            <a:rPr lang="x-none" sz="1500" b="1" kern="1200" dirty="0"/>
            <a:t>The system will automatically verify resident payment status against a central database.</a:t>
          </a:r>
          <a:endParaRPr lang="en-US" sz="1500" kern="1200" dirty="0"/>
        </a:p>
      </dsp:txBody>
      <dsp:txXfrm>
        <a:off x="1079871" y="4389"/>
        <a:ext cx="4769685" cy="934953"/>
      </dsp:txXfrm>
    </dsp:sp>
    <dsp:sp modelId="{C74A8272-F4B1-4467-802D-951E30577525}">
      <dsp:nvSpPr>
        <dsp:cNvPr id="0" name=""/>
        <dsp:cNvSpPr/>
      </dsp:nvSpPr>
      <dsp:spPr>
        <a:xfrm>
          <a:off x="0" y="1173081"/>
          <a:ext cx="5849557" cy="934953"/>
        </a:xfrm>
        <a:prstGeom prst="roundRect">
          <a:avLst>
            <a:gd name="adj" fmla="val 10000"/>
          </a:avLst>
        </a:prstGeom>
        <a:solidFill>
          <a:schemeClr val="bg1">
            <a:lumMod val="95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6C1432CA-CB69-4AF6-944A-FB26D71AAD2F}">
      <dsp:nvSpPr>
        <dsp:cNvPr id="0" name=""/>
        <dsp:cNvSpPr/>
      </dsp:nvSpPr>
      <dsp:spPr>
        <a:xfrm>
          <a:off x="282823" y="1383446"/>
          <a:ext cx="514224" cy="514224"/>
        </a:xfrm>
        <a:prstGeom prst="rect">
          <a:avLst/>
        </a:prstGeom>
        <a:blipFill>
          <a:blip xmlns:r="http://schemas.openxmlformats.org/officeDocument/2006/relationships" r:embed="rId3" cstate="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9E6EFF06-0799-42DE-B01A-0CA8B3501AA2}">
      <dsp:nvSpPr>
        <dsp:cNvPr id="0" name=""/>
        <dsp:cNvSpPr/>
      </dsp:nvSpPr>
      <dsp:spPr>
        <a:xfrm>
          <a:off x="1079871" y="1173081"/>
          <a:ext cx="4769685" cy="93495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98949" tIns="98949" rIns="98949" bIns="98949" numCol="1" spcCol="1270" anchor="ctr" anchorCtr="0">
          <a:noAutofit/>
        </a:bodyPr>
        <a:lstStyle/>
        <a:p>
          <a:pPr lvl="0" algn="l" defTabSz="666750">
            <a:lnSpc>
              <a:spcPct val="100000"/>
            </a:lnSpc>
            <a:spcBef>
              <a:spcPct val="0"/>
            </a:spcBef>
            <a:spcAft>
              <a:spcPct val="35000"/>
            </a:spcAft>
          </a:pPr>
          <a:r>
            <a:rPr lang="x-none" sz="1500" b="1" kern="1200" dirty="0"/>
            <a:t>The system will control gate access hardware (e.g., boom barriers) based on payment verification.</a:t>
          </a:r>
          <a:endParaRPr lang="en-US" sz="1500" kern="1200" dirty="0"/>
        </a:p>
      </dsp:txBody>
      <dsp:txXfrm>
        <a:off x="1079871" y="1173081"/>
        <a:ext cx="4769685" cy="934953"/>
      </dsp:txXfrm>
    </dsp:sp>
    <dsp:sp modelId="{847948E8-820E-4513-8383-FFE804FD27BE}">
      <dsp:nvSpPr>
        <dsp:cNvPr id="0" name=""/>
        <dsp:cNvSpPr/>
      </dsp:nvSpPr>
      <dsp:spPr>
        <a:xfrm>
          <a:off x="0" y="2341773"/>
          <a:ext cx="5849557" cy="934953"/>
        </a:xfrm>
        <a:prstGeom prst="roundRect">
          <a:avLst>
            <a:gd name="adj" fmla="val 10000"/>
          </a:avLst>
        </a:prstGeom>
        <a:solidFill>
          <a:schemeClr val="bg1">
            <a:lumMod val="95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9CDB948A-1A44-410D-86EC-0030D23CBAF9}">
      <dsp:nvSpPr>
        <dsp:cNvPr id="0" name=""/>
        <dsp:cNvSpPr/>
      </dsp:nvSpPr>
      <dsp:spPr>
        <a:xfrm>
          <a:off x="282823" y="2552138"/>
          <a:ext cx="514224" cy="514224"/>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F1C02EBD-40E3-496E-BAC1-9D4E16C2C235}">
      <dsp:nvSpPr>
        <dsp:cNvPr id="0" name=""/>
        <dsp:cNvSpPr/>
      </dsp:nvSpPr>
      <dsp:spPr>
        <a:xfrm>
          <a:off x="1079871" y="2341773"/>
          <a:ext cx="4769685" cy="93495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98949" tIns="98949" rIns="98949" bIns="98949" numCol="1" spcCol="1270" anchor="ctr" anchorCtr="0">
          <a:noAutofit/>
        </a:bodyPr>
        <a:lstStyle/>
        <a:p>
          <a:pPr lvl="0" algn="l" defTabSz="666750">
            <a:lnSpc>
              <a:spcPct val="100000"/>
            </a:lnSpc>
            <a:spcBef>
              <a:spcPct val="0"/>
            </a:spcBef>
            <a:spcAft>
              <a:spcPct val="35000"/>
            </a:spcAft>
          </a:pPr>
          <a:r>
            <a:rPr lang="x-none" sz="1500" b="1" kern="1200" dirty="0">
              <a:latin typeface="Aptos Narrow" panose="020B0004020202020204" pitchFamily="34" charset="0"/>
            </a:rPr>
            <a:t>The system will provide a resident app/portal to view payment status, make payments, and generate visitor passes.</a:t>
          </a:r>
          <a:endParaRPr lang="en-US" sz="1500" kern="1200" dirty="0">
            <a:latin typeface="Aptos Narrow" panose="020B0004020202020204" pitchFamily="34" charset="0"/>
          </a:endParaRPr>
        </a:p>
      </dsp:txBody>
      <dsp:txXfrm>
        <a:off x="1079871" y="2341773"/>
        <a:ext cx="4769685" cy="934953"/>
      </dsp:txXfrm>
    </dsp:sp>
    <dsp:sp modelId="{D1433A49-AD64-4396-AC4A-272D1295555E}">
      <dsp:nvSpPr>
        <dsp:cNvPr id="0" name=""/>
        <dsp:cNvSpPr/>
      </dsp:nvSpPr>
      <dsp:spPr>
        <a:xfrm>
          <a:off x="0" y="3510465"/>
          <a:ext cx="5849557" cy="934953"/>
        </a:xfrm>
        <a:prstGeom prst="roundRect">
          <a:avLst>
            <a:gd name="adj" fmla="val 10000"/>
          </a:avLst>
        </a:prstGeom>
        <a:solidFill>
          <a:schemeClr val="bg1">
            <a:lumMod val="95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B0D45E61-3743-4EC4-99C5-62EA893241CF}">
      <dsp:nvSpPr>
        <dsp:cNvPr id="0" name=""/>
        <dsp:cNvSpPr/>
      </dsp:nvSpPr>
      <dsp:spPr>
        <a:xfrm>
          <a:off x="282823" y="3720830"/>
          <a:ext cx="514224" cy="514224"/>
        </a:xfrm>
        <a:prstGeom prst="rect">
          <a:avLst/>
        </a:prstGeom>
        <a:blipFill>
          <a:blip xmlns:r="http://schemas.openxmlformats.org/officeDocument/2006/relationships" r:embed="rId7" cstate="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63C0CB8B-8038-4D5C-B5CA-571CF3DB57C8}">
      <dsp:nvSpPr>
        <dsp:cNvPr id="0" name=""/>
        <dsp:cNvSpPr/>
      </dsp:nvSpPr>
      <dsp:spPr>
        <a:xfrm>
          <a:off x="1079871" y="3510465"/>
          <a:ext cx="4769685" cy="93495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98949" tIns="98949" rIns="98949" bIns="98949" numCol="1" spcCol="1270" anchor="ctr" anchorCtr="0">
          <a:noAutofit/>
        </a:bodyPr>
        <a:lstStyle/>
        <a:p>
          <a:pPr lvl="0" algn="l" defTabSz="666750">
            <a:lnSpc>
              <a:spcPct val="100000"/>
            </a:lnSpc>
            <a:spcBef>
              <a:spcPct val="0"/>
            </a:spcBef>
            <a:spcAft>
              <a:spcPct val="35000"/>
            </a:spcAft>
          </a:pPr>
          <a:r>
            <a:rPr lang="x-none" sz="1500" b="1" kern="1200"/>
            <a:t>The system will log all access attempts (successful and denied) with timestamps and credentials.</a:t>
          </a:r>
          <a:endParaRPr lang="en-US" sz="1500" kern="1200"/>
        </a:p>
      </dsp:txBody>
      <dsp:txXfrm>
        <a:off x="1079871" y="3510465"/>
        <a:ext cx="4769685" cy="934953"/>
      </dsp:txXfrm>
    </dsp:sp>
    <dsp:sp modelId="{B0421497-BF79-45EC-916F-C6294F715A75}">
      <dsp:nvSpPr>
        <dsp:cNvPr id="0" name=""/>
        <dsp:cNvSpPr/>
      </dsp:nvSpPr>
      <dsp:spPr>
        <a:xfrm>
          <a:off x="0" y="4679157"/>
          <a:ext cx="5849557" cy="934953"/>
        </a:xfrm>
        <a:prstGeom prst="roundRect">
          <a:avLst>
            <a:gd name="adj" fmla="val 10000"/>
          </a:avLst>
        </a:prstGeom>
        <a:solidFill>
          <a:schemeClr val="bg1">
            <a:lumMod val="95000"/>
            <a:hueOff val="0"/>
            <a:satOff val="0"/>
            <a:lumOff val="0"/>
            <a:alphaOff val="0"/>
          </a:schemeClr>
        </a:solidFill>
        <a:ln w="6350" cap="flat" cmpd="sng" algn="ctr">
          <a:solidFill>
            <a:schemeClr val="dk1">
              <a:hueOff val="0"/>
              <a:satOff val="0"/>
              <a:lumOff val="0"/>
              <a:alphaOff val="0"/>
            </a:schemeClr>
          </a:solidFill>
          <a:prstDash val="solid"/>
          <a:miter lim="800000"/>
        </a:ln>
        <a:effectLst/>
        <a:scene3d>
          <a:camera prst="orthographicFront">
            <a:rot lat="0" lon="0" rev="0"/>
          </a:camera>
          <a:lightRig rig="contrasting" dir="t">
            <a:rot lat="0" lon="0" rev="1200000"/>
          </a:lightRig>
        </a:scene3d>
        <a:sp3d z="-300000" prstMaterial="plastic"/>
      </dsp:spPr>
      <dsp:style>
        <a:lnRef idx="1">
          <a:scrgbClr r="0" g="0" b="0"/>
        </a:lnRef>
        <a:fillRef idx="1">
          <a:scrgbClr r="0" g="0" b="0"/>
        </a:fillRef>
        <a:effectRef idx="0">
          <a:scrgbClr r="0" g="0" b="0"/>
        </a:effectRef>
        <a:fontRef idx="minor"/>
      </dsp:style>
    </dsp:sp>
    <dsp:sp modelId="{B2DFDA08-33AD-444B-A35A-46C32C91B9D8}">
      <dsp:nvSpPr>
        <dsp:cNvPr id="0" name=""/>
        <dsp:cNvSpPr/>
      </dsp:nvSpPr>
      <dsp:spPr>
        <a:xfrm>
          <a:off x="282823" y="4889522"/>
          <a:ext cx="514224" cy="514224"/>
        </a:xfrm>
        <a:prstGeom prst="rect">
          <a:avLst/>
        </a:prstGeom>
        <a:blipFill>
          <a:blip xmlns:r="http://schemas.openxmlformats.org/officeDocument/2006/relationships" r:embed="rId9" cstate="print">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a:blip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4EA73EF5-2E7F-4224-B4EE-2B94D7F3425A}">
      <dsp:nvSpPr>
        <dsp:cNvPr id="0" name=""/>
        <dsp:cNvSpPr/>
      </dsp:nvSpPr>
      <dsp:spPr>
        <a:xfrm>
          <a:off x="1079871" y="4679157"/>
          <a:ext cx="4769685" cy="93495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98949" tIns="98949" rIns="98949" bIns="98949" numCol="1" spcCol="1270" anchor="ctr" anchorCtr="0">
          <a:noAutofit/>
        </a:bodyPr>
        <a:lstStyle/>
        <a:p>
          <a:pPr lvl="0" algn="l" defTabSz="666750">
            <a:lnSpc>
              <a:spcPct val="100000"/>
            </a:lnSpc>
            <a:spcBef>
              <a:spcPct val="0"/>
            </a:spcBef>
            <a:spcAft>
              <a:spcPct val="35000"/>
            </a:spcAft>
          </a:pPr>
          <a:r>
            <a:rPr lang="x-none" sz="1500" b="1" kern="1200"/>
            <a:t>The system will provide a security/management dashboard for monitoring, reporting, and manual overrides.</a:t>
          </a:r>
          <a:endParaRPr lang="en-US" sz="1500" kern="1200"/>
        </a:p>
      </dsp:txBody>
      <dsp:txXfrm>
        <a:off x="1079871" y="4679157"/>
        <a:ext cx="4769685" cy="9349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07B32E-390E-4318-B3ED-12E820A5417F}">
      <dsp:nvSpPr>
        <dsp:cNvPr id="0" name=""/>
        <dsp:cNvSpPr/>
      </dsp:nvSpPr>
      <dsp:spPr>
        <a:xfrm>
          <a:off x="380489" y="0"/>
          <a:ext cx="5530735" cy="5530735"/>
        </a:xfrm>
        <a:prstGeom prst="diamond">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79B50C-BFAF-43B3-BB64-0F63F6B9E456}">
      <dsp:nvSpPr>
        <dsp:cNvPr id="0" name=""/>
        <dsp:cNvSpPr/>
      </dsp:nvSpPr>
      <dsp:spPr>
        <a:xfrm>
          <a:off x="905909" y="525419"/>
          <a:ext cx="2156986" cy="2156986"/>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a:t>Node js for backend</a:t>
          </a:r>
          <a:endParaRPr lang="en-US" sz="2400" kern="1200"/>
        </a:p>
      </dsp:txBody>
      <dsp:txXfrm>
        <a:off x="1011204" y="630714"/>
        <a:ext cx="1946396" cy="1946396"/>
      </dsp:txXfrm>
    </dsp:sp>
    <dsp:sp modelId="{11ECCE66-77B2-4893-833E-8F433DA8B657}">
      <dsp:nvSpPr>
        <dsp:cNvPr id="0" name=""/>
        <dsp:cNvSpPr/>
      </dsp:nvSpPr>
      <dsp:spPr>
        <a:xfrm>
          <a:off x="3228818" y="525419"/>
          <a:ext cx="2156986" cy="2156986"/>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a:t>Front end am using HTML, CSS and Javascript</a:t>
          </a:r>
          <a:endParaRPr lang="en-US" sz="2400" kern="1200"/>
        </a:p>
      </dsp:txBody>
      <dsp:txXfrm>
        <a:off x="3334113" y="630714"/>
        <a:ext cx="1946396" cy="1946396"/>
      </dsp:txXfrm>
    </dsp:sp>
    <dsp:sp modelId="{9E5C7CA4-A16B-473A-9EB6-0CBD7665AE81}">
      <dsp:nvSpPr>
        <dsp:cNvPr id="0" name=""/>
        <dsp:cNvSpPr/>
      </dsp:nvSpPr>
      <dsp:spPr>
        <a:xfrm>
          <a:off x="905909" y="2848328"/>
          <a:ext cx="2156986" cy="2156986"/>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en-US" sz="2400" b="1" kern="1200"/>
            <a:t>Database is SQL</a:t>
          </a:r>
          <a:endParaRPr lang="en-US" sz="2400" kern="1200"/>
        </a:p>
      </dsp:txBody>
      <dsp:txXfrm>
        <a:off x="1011204" y="2953623"/>
        <a:ext cx="1946396" cy="1946396"/>
      </dsp:txXfrm>
    </dsp:sp>
    <dsp:sp modelId="{4E6A097A-B845-435C-BF8D-B7C0DCF390FE}">
      <dsp:nvSpPr>
        <dsp:cNvPr id="0" name=""/>
        <dsp:cNvSpPr/>
      </dsp:nvSpPr>
      <dsp:spPr>
        <a:xfrm>
          <a:off x="3228818" y="2848328"/>
          <a:ext cx="2156986" cy="2156986"/>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lvl="0" algn="ctr" defTabSz="1066800">
            <a:lnSpc>
              <a:spcPct val="90000"/>
            </a:lnSpc>
            <a:spcBef>
              <a:spcPct val="0"/>
            </a:spcBef>
            <a:spcAft>
              <a:spcPct val="35000"/>
            </a:spcAft>
          </a:pPr>
          <a:r>
            <a:rPr lang="x-none" sz="2400" b="1" kern="1200"/>
            <a:t>Environment: Visual Studio Code</a:t>
          </a:r>
          <a:endParaRPr lang="en-US" sz="2400" kern="1200"/>
        </a:p>
      </dsp:txBody>
      <dsp:txXfrm>
        <a:off x="3334113" y="2953623"/>
        <a:ext cx="1946396" cy="19463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A32D92-E2C9-4ABC-91C9-61AB34DF42FB}">
      <dsp:nvSpPr>
        <dsp:cNvPr id="0" name=""/>
        <dsp:cNvSpPr/>
      </dsp:nvSpPr>
      <dsp:spPr>
        <a:xfrm>
          <a:off x="213" y="550072"/>
          <a:ext cx="2577217" cy="3092660"/>
        </a:xfrm>
        <a:prstGeom prst="rect">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572" tIns="0" rIns="254572" bIns="330200" numCol="1" spcCol="1270" anchor="t" anchorCtr="0">
          <a:noAutofit/>
        </a:bodyPr>
        <a:lstStyle/>
        <a:p>
          <a:pPr lvl="0" algn="l" defTabSz="977900">
            <a:lnSpc>
              <a:spcPct val="90000"/>
            </a:lnSpc>
            <a:spcBef>
              <a:spcPct val="0"/>
            </a:spcBef>
            <a:spcAft>
              <a:spcPct val="35000"/>
            </a:spcAft>
          </a:pPr>
          <a:r>
            <a:rPr lang="x-none" sz="2200" b="1" kern="1200"/>
            <a:t>BACKEND LOGIC SUMMARY</a:t>
          </a:r>
          <a:endParaRPr lang="en-US" sz="2200" kern="1200"/>
        </a:p>
      </dsp:txBody>
      <dsp:txXfrm>
        <a:off x="213" y="1787136"/>
        <a:ext cx="2577217" cy="1855596"/>
      </dsp:txXfrm>
    </dsp:sp>
    <dsp:sp modelId="{3602E734-0FE4-44CB-B41A-4EF9130653DE}">
      <dsp:nvSpPr>
        <dsp:cNvPr id="0" name=""/>
        <dsp:cNvSpPr/>
      </dsp:nvSpPr>
      <dsp:spPr>
        <a:xfrm>
          <a:off x="213" y="550072"/>
          <a:ext cx="2577217" cy="123706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4572" tIns="165100" rIns="254572" bIns="165100" numCol="1" spcCol="1270" anchor="ctr" anchorCtr="0">
          <a:noAutofit/>
        </a:bodyPr>
        <a:lstStyle/>
        <a:p>
          <a:pPr lvl="0" algn="l" defTabSz="2844800">
            <a:lnSpc>
              <a:spcPct val="90000"/>
            </a:lnSpc>
            <a:spcBef>
              <a:spcPct val="0"/>
            </a:spcBef>
            <a:spcAft>
              <a:spcPct val="35000"/>
            </a:spcAft>
          </a:pPr>
          <a:r>
            <a:rPr lang="en-US" sz="6400" kern="1200"/>
            <a:t>01</a:t>
          </a:r>
        </a:p>
      </dsp:txBody>
      <dsp:txXfrm>
        <a:off x="213" y="550072"/>
        <a:ext cx="2577217" cy="1237064"/>
      </dsp:txXfrm>
    </dsp:sp>
    <dsp:sp modelId="{3A6B869B-AF26-44E7-A135-9D25474F27AB}">
      <dsp:nvSpPr>
        <dsp:cNvPr id="0" name=""/>
        <dsp:cNvSpPr/>
      </dsp:nvSpPr>
      <dsp:spPr>
        <a:xfrm>
          <a:off x="2783608" y="550072"/>
          <a:ext cx="2577217" cy="3092660"/>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572" tIns="0" rIns="254572" bIns="330200" numCol="1" spcCol="1270" anchor="t" anchorCtr="0">
          <a:noAutofit/>
        </a:bodyPr>
        <a:lstStyle/>
        <a:p>
          <a:pPr lvl="0" algn="l" defTabSz="977900">
            <a:lnSpc>
              <a:spcPct val="90000"/>
            </a:lnSpc>
            <a:spcBef>
              <a:spcPct val="0"/>
            </a:spcBef>
            <a:spcAft>
              <a:spcPct val="35000"/>
            </a:spcAft>
          </a:pPr>
          <a:r>
            <a:rPr lang="x-none" sz="2200" b="1" kern="1200"/>
            <a:t>When a new user registers → Role = 'NonResident', IsApproved = 0</a:t>
          </a:r>
          <a:endParaRPr lang="en-US" sz="2200" kern="1200"/>
        </a:p>
      </dsp:txBody>
      <dsp:txXfrm>
        <a:off x="2783608" y="1787136"/>
        <a:ext cx="2577217" cy="1855596"/>
      </dsp:txXfrm>
    </dsp:sp>
    <dsp:sp modelId="{54C0414C-70C0-416D-ABFA-8E9A6C2AF989}">
      <dsp:nvSpPr>
        <dsp:cNvPr id="0" name=""/>
        <dsp:cNvSpPr/>
      </dsp:nvSpPr>
      <dsp:spPr>
        <a:xfrm>
          <a:off x="2783608" y="550072"/>
          <a:ext cx="2577217" cy="123706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4572" tIns="165100" rIns="254572" bIns="165100" numCol="1" spcCol="1270" anchor="ctr" anchorCtr="0">
          <a:noAutofit/>
        </a:bodyPr>
        <a:lstStyle/>
        <a:p>
          <a:pPr lvl="0" algn="l" defTabSz="2844800">
            <a:lnSpc>
              <a:spcPct val="90000"/>
            </a:lnSpc>
            <a:spcBef>
              <a:spcPct val="0"/>
            </a:spcBef>
            <a:spcAft>
              <a:spcPct val="35000"/>
            </a:spcAft>
          </a:pPr>
          <a:r>
            <a:rPr lang="en-US" sz="6400" kern="1200"/>
            <a:t>02</a:t>
          </a:r>
        </a:p>
      </dsp:txBody>
      <dsp:txXfrm>
        <a:off x="2783608" y="550072"/>
        <a:ext cx="2577217" cy="1237064"/>
      </dsp:txXfrm>
    </dsp:sp>
    <dsp:sp modelId="{011E061E-336D-43EE-8BA8-4BABFD90E2F0}">
      <dsp:nvSpPr>
        <dsp:cNvPr id="0" name=""/>
        <dsp:cNvSpPr/>
      </dsp:nvSpPr>
      <dsp:spPr>
        <a:xfrm>
          <a:off x="5567003" y="550072"/>
          <a:ext cx="2577217" cy="3092660"/>
        </a:xfrm>
        <a:prstGeom prst="rect">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572" tIns="0" rIns="254572" bIns="330200" numCol="1" spcCol="1270" anchor="t" anchorCtr="0">
          <a:noAutofit/>
        </a:bodyPr>
        <a:lstStyle/>
        <a:p>
          <a:pPr lvl="0" algn="l" defTabSz="977900">
            <a:lnSpc>
              <a:spcPct val="90000"/>
            </a:lnSpc>
            <a:spcBef>
              <a:spcPct val="0"/>
            </a:spcBef>
            <a:spcAft>
              <a:spcPct val="35000"/>
            </a:spcAft>
          </a:pPr>
          <a:r>
            <a:rPr lang="x-none" sz="2200" b="1" kern="1200"/>
            <a:t>When Admin approves → Role = 'Resident', IsApproved = 1</a:t>
          </a:r>
          <a:endParaRPr lang="en-US" sz="2200" kern="1200"/>
        </a:p>
      </dsp:txBody>
      <dsp:txXfrm>
        <a:off x="5567003" y="1787136"/>
        <a:ext cx="2577217" cy="1855596"/>
      </dsp:txXfrm>
    </dsp:sp>
    <dsp:sp modelId="{1232780B-F4F5-4B1F-BC68-793C89B8B315}">
      <dsp:nvSpPr>
        <dsp:cNvPr id="0" name=""/>
        <dsp:cNvSpPr/>
      </dsp:nvSpPr>
      <dsp:spPr>
        <a:xfrm>
          <a:off x="5567003" y="550072"/>
          <a:ext cx="2577217" cy="123706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4572" tIns="165100" rIns="254572" bIns="165100" numCol="1" spcCol="1270" anchor="ctr" anchorCtr="0">
          <a:noAutofit/>
        </a:bodyPr>
        <a:lstStyle/>
        <a:p>
          <a:pPr lvl="0" algn="l" defTabSz="2844800">
            <a:lnSpc>
              <a:spcPct val="90000"/>
            </a:lnSpc>
            <a:spcBef>
              <a:spcPct val="0"/>
            </a:spcBef>
            <a:spcAft>
              <a:spcPct val="35000"/>
            </a:spcAft>
          </a:pPr>
          <a:r>
            <a:rPr lang="en-US" sz="6400" kern="1200"/>
            <a:t>03</a:t>
          </a:r>
        </a:p>
      </dsp:txBody>
      <dsp:txXfrm>
        <a:off x="5567003" y="550072"/>
        <a:ext cx="2577217" cy="1237064"/>
      </dsp:txXfrm>
    </dsp:sp>
    <dsp:sp modelId="{87D26B90-4856-4754-805D-6ACEB8B997C8}">
      <dsp:nvSpPr>
        <dsp:cNvPr id="0" name=""/>
        <dsp:cNvSpPr/>
      </dsp:nvSpPr>
      <dsp:spPr>
        <a:xfrm>
          <a:off x="8350398" y="550072"/>
          <a:ext cx="2577217" cy="309266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572" tIns="0" rIns="254572" bIns="330200" numCol="1" spcCol="1270" anchor="t" anchorCtr="0">
          <a:noAutofit/>
        </a:bodyPr>
        <a:lstStyle/>
        <a:p>
          <a:pPr lvl="0" algn="l" defTabSz="977900">
            <a:lnSpc>
              <a:spcPct val="90000"/>
            </a:lnSpc>
            <a:spcBef>
              <a:spcPct val="0"/>
            </a:spcBef>
            <a:spcAft>
              <a:spcPct val="35000"/>
            </a:spcAft>
          </a:pPr>
          <a:r>
            <a:rPr lang="x-none" sz="2200" b="1" kern="1200"/>
            <a:t>Admin accounts are created manually or seeded.</a:t>
          </a:r>
          <a:endParaRPr lang="en-US" sz="2200" kern="1200"/>
        </a:p>
      </dsp:txBody>
      <dsp:txXfrm>
        <a:off x="8350398" y="1787136"/>
        <a:ext cx="2577217" cy="1855596"/>
      </dsp:txXfrm>
    </dsp:sp>
    <dsp:sp modelId="{40790FA2-84F0-4942-A10F-C3188D044485}">
      <dsp:nvSpPr>
        <dsp:cNvPr id="0" name=""/>
        <dsp:cNvSpPr/>
      </dsp:nvSpPr>
      <dsp:spPr>
        <a:xfrm>
          <a:off x="8350398" y="550072"/>
          <a:ext cx="2577217" cy="123706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54572" tIns="165100" rIns="254572" bIns="165100" numCol="1" spcCol="1270" anchor="ctr" anchorCtr="0">
          <a:noAutofit/>
        </a:bodyPr>
        <a:lstStyle/>
        <a:p>
          <a:pPr lvl="0" algn="l" defTabSz="2844800">
            <a:lnSpc>
              <a:spcPct val="90000"/>
            </a:lnSpc>
            <a:spcBef>
              <a:spcPct val="0"/>
            </a:spcBef>
            <a:spcAft>
              <a:spcPct val="35000"/>
            </a:spcAft>
          </a:pPr>
          <a:r>
            <a:rPr lang="en-US" sz="6400" kern="1200"/>
            <a:t>04</a:t>
          </a:r>
        </a:p>
      </dsp:txBody>
      <dsp:txXfrm>
        <a:off x="8350398" y="550072"/>
        <a:ext cx="2577217" cy="123706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xmlns="">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3.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xmlns="">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674B54-A97A-4F62-BA50-8D6EE3AD1FD8}" type="datetimeFigureOut">
              <a:rPr lang="x-none" smtClean="0"/>
              <a:t>31/10/2025</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55FA9C-7E57-4AE1-B0F6-D0FE4F73A5F9}" type="slidenum">
              <a:rPr lang="x-none" smtClean="0"/>
              <a:t>‹#›</a:t>
            </a:fld>
            <a:endParaRPr lang="x-none"/>
          </a:p>
        </p:txBody>
      </p:sp>
    </p:spTree>
    <p:extLst>
      <p:ext uri="{BB962C8B-B14F-4D97-AF65-F5344CB8AC3E}">
        <p14:creationId xmlns:p14="http://schemas.microsoft.com/office/powerpoint/2010/main" val="4216327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FCEA11-A88F-4CFD-821B-646395F6FC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xmlns="" id="{00F46821-3F61-4047-A10F-E28F088B68A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101D59BB-9C5F-4327-9998-AEB303F27738}"/>
              </a:ext>
            </a:extLst>
          </p:cNvPr>
          <p:cNvSpPr>
            <a:spLocks noGrp="1"/>
          </p:cNvSpPr>
          <p:nvPr>
            <p:ph type="dt" sz="half" idx="10"/>
          </p:nvPr>
        </p:nvSpPr>
        <p:spPr/>
        <p:txBody>
          <a:bodyPr/>
          <a:lstStyle/>
          <a:p>
            <a:fld id="{6BC84131-8BA6-4B9B-8437-EB9F7A5EAE93}" type="datetime1">
              <a:rPr lang="en-US" smtClean="0"/>
              <a:t>10/31/2025</a:t>
            </a:fld>
            <a:endParaRPr lang="en-US"/>
          </a:p>
        </p:txBody>
      </p:sp>
      <p:sp>
        <p:nvSpPr>
          <p:cNvPr id="5" name="Footer Placeholder 4">
            <a:extLst>
              <a:ext uri="{FF2B5EF4-FFF2-40B4-BE49-F238E27FC236}">
                <a16:creationId xmlns:a16="http://schemas.microsoft.com/office/drawing/2014/main" xmlns="" id="{886ABD5E-C049-4839-92F7-38830E1B4B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608DB295-5968-49B1-9B15-2B1C1AAC9812}"/>
              </a:ext>
            </a:extLst>
          </p:cNvPr>
          <p:cNvSpPr>
            <a:spLocks noGrp="1"/>
          </p:cNvSpPr>
          <p:nvPr>
            <p:ph type="sldNum" sz="quarter" idx="12"/>
          </p:nvPr>
        </p:nvSpPr>
        <p:spPr/>
        <p:txBody>
          <a:bodyPr/>
          <a:lstStyle/>
          <a:p>
            <a:fld id="{3DE336E6-37CE-4DDC-BF6A-4B82FB74E299}" type="slidenum">
              <a:rPr lang="en-US" smtClean="0"/>
              <a:t>‹#›</a:t>
            </a:fld>
            <a:endParaRPr lang="en-US"/>
          </a:p>
        </p:txBody>
      </p:sp>
    </p:spTree>
    <p:extLst>
      <p:ext uri="{BB962C8B-B14F-4D97-AF65-F5344CB8AC3E}">
        <p14:creationId xmlns:p14="http://schemas.microsoft.com/office/powerpoint/2010/main" val="3550191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6F728A5-72EA-43D9-8130-9681BF9182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DF282EAA-784A-450E-B6D5-B63FCC3781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36E8829A-A943-405A-831E-BDC8BC4F24B3}"/>
              </a:ext>
            </a:extLst>
          </p:cNvPr>
          <p:cNvSpPr>
            <a:spLocks noGrp="1"/>
          </p:cNvSpPr>
          <p:nvPr>
            <p:ph type="dt" sz="half" idx="10"/>
          </p:nvPr>
        </p:nvSpPr>
        <p:spPr/>
        <p:txBody>
          <a:bodyPr/>
          <a:lstStyle/>
          <a:p>
            <a:fld id="{BFC83C7B-A413-4647-B41F-7EFB810DA2B5}" type="datetime1">
              <a:rPr lang="en-US" smtClean="0"/>
              <a:t>10/31/2025</a:t>
            </a:fld>
            <a:endParaRPr lang="en-US"/>
          </a:p>
        </p:txBody>
      </p:sp>
      <p:sp>
        <p:nvSpPr>
          <p:cNvPr id="5" name="Footer Placeholder 4">
            <a:extLst>
              <a:ext uri="{FF2B5EF4-FFF2-40B4-BE49-F238E27FC236}">
                <a16:creationId xmlns:a16="http://schemas.microsoft.com/office/drawing/2014/main" xmlns="" id="{03BDA535-2321-4DF1-8879-AB256016A44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917092AA-C5CD-4630-9D8C-ACCBC06557B7}"/>
              </a:ext>
            </a:extLst>
          </p:cNvPr>
          <p:cNvSpPr>
            <a:spLocks noGrp="1"/>
          </p:cNvSpPr>
          <p:nvPr>
            <p:ph type="sldNum" sz="quarter" idx="12"/>
          </p:nvPr>
        </p:nvSpPr>
        <p:spPr/>
        <p:txBody>
          <a:bodyPr/>
          <a:lstStyle/>
          <a:p>
            <a:fld id="{3DE336E6-37CE-4DDC-BF6A-4B82FB74E299}" type="slidenum">
              <a:rPr lang="en-US" smtClean="0"/>
              <a:t>‹#›</a:t>
            </a:fld>
            <a:endParaRPr lang="en-US"/>
          </a:p>
        </p:txBody>
      </p:sp>
    </p:spTree>
    <p:extLst>
      <p:ext uri="{BB962C8B-B14F-4D97-AF65-F5344CB8AC3E}">
        <p14:creationId xmlns:p14="http://schemas.microsoft.com/office/powerpoint/2010/main" val="3328954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80921E8-EF9D-4779-8AD4-2B85EF4908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xmlns="" id="{55CB4773-5F22-4DC6-9338-98D61E8ABF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995EEE7C-C970-498C-871B-F1402DC5B4B0}"/>
              </a:ext>
            </a:extLst>
          </p:cNvPr>
          <p:cNvSpPr>
            <a:spLocks noGrp="1"/>
          </p:cNvSpPr>
          <p:nvPr>
            <p:ph type="dt" sz="half" idx="10"/>
          </p:nvPr>
        </p:nvSpPr>
        <p:spPr/>
        <p:txBody>
          <a:bodyPr/>
          <a:lstStyle/>
          <a:p>
            <a:fld id="{ED7BBC21-472A-40A0-BE70-B9D90AC6B9FA}" type="datetime1">
              <a:rPr lang="en-US" smtClean="0"/>
              <a:t>10/31/2025</a:t>
            </a:fld>
            <a:endParaRPr lang="en-US"/>
          </a:p>
        </p:txBody>
      </p:sp>
      <p:sp>
        <p:nvSpPr>
          <p:cNvPr id="5" name="Footer Placeholder 4">
            <a:extLst>
              <a:ext uri="{FF2B5EF4-FFF2-40B4-BE49-F238E27FC236}">
                <a16:creationId xmlns:a16="http://schemas.microsoft.com/office/drawing/2014/main" xmlns="" id="{ECF53843-2D8F-4E6B-9C29-AC092AC87E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7F823802-0691-457D-BF08-CD068BFD3398}"/>
              </a:ext>
            </a:extLst>
          </p:cNvPr>
          <p:cNvSpPr>
            <a:spLocks noGrp="1"/>
          </p:cNvSpPr>
          <p:nvPr>
            <p:ph type="sldNum" sz="quarter" idx="12"/>
          </p:nvPr>
        </p:nvSpPr>
        <p:spPr/>
        <p:txBody>
          <a:bodyPr/>
          <a:lstStyle/>
          <a:p>
            <a:fld id="{3DE336E6-37CE-4DDC-BF6A-4B82FB74E299}" type="slidenum">
              <a:rPr lang="en-US" smtClean="0"/>
              <a:t>‹#›</a:t>
            </a:fld>
            <a:endParaRPr lang="en-US"/>
          </a:p>
        </p:txBody>
      </p:sp>
    </p:spTree>
    <p:extLst>
      <p:ext uri="{BB962C8B-B14F-4D97-AF65-F5344CB8AC3E}">
        <p14:creationId xmlns:p14="http://schemas.microsoft.com/office/powerpoint/2010/main" val="3728766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3AA76D-8F9D-42DC-B914-DA7CE048EE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xmlns="" id="{D6CE3759-A32C-4E56-B485-F5AF9B5B6DB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xmlns="" id="{3CBB6A7B-FCAC-4438-9045-E812474EE6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xmlns="" id="{D910F045-8BFA-4F52-8930-0AA64DEAB159}"/>
              </a:ext>
            </a:extLst>
          </p:cNvPr>
          <p:cNvSpPr>
            <a:spLocks noGrp="1"/>
          </p:cNvSpPr>
          <p:nvPr>
            <p:ph type="dt" sz="half" idx="10"/>
          </p:nvPr>
        </p:nvSpPr>
        <p:spPr/>
        <p:txBody>
          <a:bodyPr/>
          <a:lstStyle/>
          <a:p>
            <a:fld id="{92193940-AA72-4111-BA28-44938BB0C8CD}" type="datetime1">
              <a:rPr lang="en-US" smtClean="0"/>
              <a:t>10/31/2025</a:t>
            </a:fld>
            <a:endParaRPr lang="en-US"/>
          </a:p>
        </p:txBody>
      </p:sp>
      <p:sp>
        <p:nvSpPr>
          <p:cNvPr id="6" name="Footer Placeholder 5">
            <a:extLst>
              <a:ext uri="{FF2B5EF4-FFF2-40B4-BE49-F238E27FC236}">
                <a16:creationId xmlns:a16="http://schemas.microsoft.com/office/drawing/2014/main" xmlns="" id="{FD853C6F-04AE-42E7-9DC4-9F254A1BB2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7A27CA67-FA5F-4FEE-95D3-F89355487BEF}"/>
              </a:ext>
            </a:extLst>
          </p:cNvPr>
          <p:cNvSpPr>
            <a:spLocks noGrp="1"/>
          </p:cNvSpPr>
          <p:nvPr>
            <p:ph type="sldNum" sz="quarter" idx="12"/>
          </p:nvPr>
        </p:nvSpPr>
        <p:spPr/>
        <p:txBody>
          <a:bodyPr/>
          <a:lstStyle/>
          <a:p>
            <a:fld id="{3DE336E6-37CE-4DDC-BF6A-4B82FB74E299}" type="slidenum">
              <a:rPr lang="en-US" smtClean="0"/>
              <a:t>‹#›</a:t>
            </a:fld>
            <a:endParaRPr lang="en-US"/>
          </a:p>
        </p:txBody>
      </p:sp>
    </p:spTree>
    <p:extLst>
      <p:ext uri="{BB962C8B-B14F-4D97-AF65-F5344CB8AC3E}">
        <p14:creationId xmlns:p14="http://schemas.microsoft.com/office/powerpoint/2010/main" val="2082987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C3E0E2-B695-4939-8C3A-818E812B15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xmlns="" id="{2F81FC97-F7C2-49DC-B0F4-6F979DF6C2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4C434EEC-E3DD-4D5D-9A57-0901D6A4D13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xmlns="" id="{39188BD5-645C-4ABF-AF80-9BB860B6B3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660CD00F-3CE3-4A53-8071-49159A242E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xmlns="" id="{9E94C77C-0DC5-4D9D-B05C-CD4344DDE9D7}"/>
              </a:ext>
            </a:extLst>
          </p:cNvPr>
          <p:cNvSpPr>
            <a:spLocks noGrp="1"/>
          </p:cNvSpPr>
          <p:nvPr>
            <p:ph type="dt" sz="half" idx="10"/>
          </p:nvPr>
        </p:nvSpPr>
        <p:spPr/>
        <p:txBody>
          <a:bodyPr/>
          <a:lstStyle/>
          <a:p>
            <a:fld id="{9AD4E1D0-23F3-499D-A733-12D3EC673CCB}" type="datetime1">
              <a:rPr lang="en-US" smtClean="0"/>
              <a:t>10/31/2025</a:t>
            </a:fld>
            <a:endParaRPr lang="en-US"/>
          </a:p>
        </p:txBody>
      </p:sp>
      <p:sp>
        <p:nvSpPr>
          <p:cNvPr id="8" name="Footer Placeholder 7">
            <a:extLst>
              <a:ext uri="{FF2B5EF4-FFF2-40B4-BE49-F238E27FC236}">
                <a16:creationId xmlns:a16="http://schemas.microsoft.com/office/drawing/2014/main" xmlns="" id="{144C1D0F-EAF1-4E88-9FD2-FD9BBF6DEA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xmlns="" id="{61A1DA70-3458-4CCA-939E-1346B6F77DEB}"/>
              </a:ext>
            </a:extLst>
          </p:cNvPr>
          <p:cNvSpPr>
            <a:spLocks noGrp="1"/>
          </p:cNvSpPr>
          <p:nvPr>
            <p:ph type="sldNum" sz="quarter" idx="12"/>
          </p:nvPr>
        </p:nvSpPr>
        <p:spPr/>
        <p:txBody>
          <a:bodyPr/>
          <a:lstStyle/>
          <a:p>
            <a:fld id="{3DE336E6-37CE-4DDC-BF6A-4B82FB74E299}" type="slidenum">
              <a:rPr lang="en-US" smtClean="0"/>
              <a:t>‹#›</a:t>
            </a:fld>
            <a:endParaRPr lang="en-US"/>
          </a:p>
        </p:txBody>
      </p:sp>
    </p:spTree>
    <p:extLst>
      <p:ext uri="{BB962C8B-B14F-4D97-AF65-F5344CB8AC3E}">
        <p14:creationId xmlns:p14="http://schemas.microsoft.com/office/powerpoint/2010/main" val="3173645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1E369FF-65B6-4B9F-9E4F-CB90F7B2BB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xmlns="" id="{3B0F26D1-039C-4ADD-A854-571C0471E837}"/>
              </a:ext>
            </a:extLst>
          </p:cNvPr>
          <p:cNvSpPr>
            <a:spLocks noGrp="1"/>
          </p:cNvSpPr>
          <p:nvPr>
            <p:ph type="dt" sz="half" idx="10"/>
          </p:nvPr>
        </p:nvSpPr>
        <p:spPr/>
        <p:txBody>
          <a:bodyPr/>
          <a:lstStyle/>
          <a:p>
            <a:fld id="{A8B196F9-EF9E-426F-8BED-94B75517E0B0}" type="datetime1">
              <a:rPr lang="en-US" smtClean="0"/>
              <a:t>10/31/2025</a:t>
            </a:fld>
            <a:endParaRPr lang="en-US"/>
          </a:p>
        </p:txBody>
      </p:sp>
      <p:sp>
        <p:nvSpPr>
          <p:cNvPr id="4" name="Footer Placeholder 3">
            <a:extLst>
              <a:ext uri="{FF2B5EF4-FFF2-40B4-BE49-F238E27FC236}">
                <a16:creationId xmlns:a16="http://schemas.microsoft.com/office/drawing/2014/main" xmlns="" id="{DF95F398-566F-45E8-B9B0-BBECC444486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xmlns="" id="{DC008FDB-4336-4BD9-9342-930160329A3B}"/>
              </a:ext>
            </a:extLst>
          </p:cNvPr>
          <p:cNvSpPr>
            <a:spLocks noGrp="1"/>
          </p:cNvSpPr>
          <p:nvPr>
            <p:ph type="sldNum" sz="quarter" idx="12"/>
          </p:nvPr>
        </p:nvSpPr>
        <p:spPr/>
        <p:txBody>
          <a:bodyPr/>
          <a:lstStyle/>
          <a:p>
            <a:fld id="{3DE336E6-37CE-4DDC-BF6A-4B82FB74E299}" type="slidenum">
              <a:rPr lang="en-US" smtClean="0"/>
              <a:t>‹#›</a:t>
            </a:fld>
            <a:endParaRPr lang="en-US"/>
          </a:p>
        </p:txBody>
      </p:sp>
    </p:spTree>
    <p:extLst>
      <p:ext uri="{BB962C8B-B14F-4D97-AF65-F5344CB8AC3E}">
        <p14:creationId xmlns:p14="http://schemas.microsoft.com/office/powerpoint/2010/main" val="1884157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2360892D-4DFE-43B2-B1A9-337DA0EE4B37}"/>
              </a:ext>
            </a:extLst>
          </p:cNvPr>
          <p:cNvSpPr>
            <a:spLocks noGrp="1"/>
          </p:cNvSpPr>
          <p:nvPr>
            <p:ph type="dt" sz="half" idx="10"/>
          </p:nvPr>
        </p:nvSpPr>
        <p:spPr/>
        <p:txBody>
          <a:bodyPr/>
          <a:lstStyle/>
          <a:p>
            <a:fld id="{C4D56510-22F3-44B4-9D46-01E8427F80A9}" type="datetime1">
              <a:rPr lang="en-US" smtClean="0"/>
              <a:t>10/31/2025</a:t>
            </a:fld>
            <a:endParaRPr lang="en-US"/>
          </a:p>
        </p:txBody>
      </p:sp>
      <p:sp>
        <p:nvSpPr>
          <p:cNvPr id="3" name="Footer Placeholder 2">
            <a:extLst>
              <a:ext uri="{FF2B5EF4-FFF2-40B4-BE49-F238E27FC236}">
                <a16:creationId xmlns:a16="http://schemas.microsoft.com/office/drawing/2014/main" xmlns="" id="{705D7E6B-E000-42CE-BAA9-7FE8944A814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xmlns="" id="{CEE4A53B-88E0-498F-9742-1FFB69382C96}"/>
              </a:ext>
            </a:extLst>
          </p:cNvPr>
          <p:cNvSpPr>
            <a:spLocks noGrp="1"/>
          </p:cNvSpPr>
          <p:nvPr>
            <p:ph type="sldNum" sz="quarter" idx="12"/>
          </p:nvPr>
        </p:nvSpPr>
        <p:spPr/>
        <p:txBody>
          <a:bodyPr/>
          <a:lstStyle/>
          <a:p>
            <a:fld id="{3DE336E6-37CE-4DDC-BF6A-4B82FB74E299}" type="slidenum">
              <a:rPr lang="en-US" smtClean="0"/>
              <a:t>‹#›</a:t>
            </a:fld>
            <a:endParaRPr lang="en-US"/>
          </a:p>
        </p:txBody>
      </p:sp>
    </p:spTree>
    <p:extLst>
      <p:ext uri="{BB962C8B-B14F-4D97-AF65-F5344CB8AC3E}">
        <p14:creationId xmlns:p14="http://schemas.microsoft.com/office/powerpoint/2010/main" val="3107700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D2C3393-77E3-4089-8D30-6E99D20D04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xmlns="" id="{BF267521-C28A-4562-BF29-903BF39D07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xmlns="" id="{464073BD-1BBE-4721-A095-7C54690752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5BA53031-1D96-4A08-B078-7AAB9B4253B2}"/>
              </a:ext>
            </a:extLst>
          </p:cNvPr>
          <p:cNvSpPr>
            <a:spLocks noGrp="1"/>
          </p:cNvSpPr>
          <p:nvPr>
            <p:ph type="dt" sz="half" idx="10"/>
          </p:nvPr>
        </p:nvSpPr>
        <p:spPr/>
        <p:txBody>
          <a:bodyPr/>
          <a:lstStyle/>
          <a:p>
            <a:fld id="{14CE23DC-5809-4C44-A3DD-FA4C2C69DE58}" type="datetime1">
              <a:rPr lang="en-US" smtClean="0"/>
              <a:t>10/31/2025</a:t>
            </a:fld>
            <a:endParaRPr lang="en-US"/>
          </a:p>
        </p:txBody>
      </p:sp>
      <p:sp>
        <p:nvSpPr>
          <p:cNvPr id="6" name="Footer Placeholder 5">
            <a:extLst>
              <a:ext uri="{FF2B5EF4-FFF2-40B4-BE49-F238E27FC236}">
                <a16:creationId xmlns:a16="http://schemas.microsoft.com/office/drawing/2014/main" xmlns="" id="{AE41F778-A4A6-4A56-934F-185FED0263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10611B7D-7BC0-4BC5-8160-AD582C1FD098}"/>
              </a:ext>
            </a:extLst>
          </p:cNvPr>
          <p:cNvSpPr>
            <a:spLocks noGrp="1"/>
          </p:cNvSpPr>
          <p:nvPr>
            <p:ph type="sldNum" sz="quarter" idx="12"/>
          </p:nvPr>
        </p:nvSpPr>
        <p:spPr/>
        <p:txBody>
          <a:bodyPr/>
          <a:lstStyle/>
          <a:p>
            <a:fld id="{3DE336E6-37CE-4DDC-BF6A-4B82FB74E299}" type="slidenum">
              <a:rPr lang="en-US" smtClean="0"/>
              <a:t>‹#›</a:t>
            </a:fld>
            <a:endParaRPr lang="en-US"/>
          </a:p>
        </p:txBody>
      </p:sp>
    </p:spTree>
    <p:extLst>
      <p:ext uri="{BB962C8B-B14F-4D97-AF65-F5344CB8AC3E}">
        <p14:creationId xmlns:p14="http://schemas.microsoft.com/office/powerpoint/2010/main" val="1832232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D3E4B77-7A03-46EC-873A-057B2BAB57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xmlns="" id="{2B607FB4-A5B4-4430-9178-2BDCD9A6C5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xmlns="" id="{9DDFED17-B0FC-4DFB-9FDE-8D7A1F8199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6B35528-7BE8-4827-AA44-4FB9D25644FB}"/>
              </a:ext>
            </a:extLst>
          </p:cNvPr>
          <p:cNvSpPr>
            <a:spLocks noGrp="1"/>
          </p:cNvSpPr>
          <p:nvPr>
            <p:ph type="dt" sz="half" idx="10"/>
          </p:nvPr>
        </p:nvSpPr>
        <p:spPr/>
        <p:txBody>
          <a:bodyPr/>
          <a:lstStyle/>
          <a:p>
            <a:fld id="{C24F2860-8533-4C67-A25C-77C8DB67801E}" type="datetime1">
              <a:rPr lang="en-US" smtClean="0"/>
              <a:t>10/31/2025</a:t>
            </a:fld>
            <a:endParaRPr lang="en-US"/>
          </a:p>
        </p:txBody>
      </p:sp>
      <p:sp>
        <p:nvSpPr>
          <p:cNvPr id="6" name="Footer Placeholder 5">
            <a:extLst>
              <a:ext uri="{FF2B5EF4-FFF2-40B4-BE49-F238E27FC236}">
                <a16:creationId xmlns:a16="http://schemas.microsoft.com/office/drawing/2014/main" xmlns="" id="{2635F245-92CE-4B87-AEEF-0B7E87E10A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xmlns="" id="{FAE0DF10-CFC0-470E-BBBD-EB2A9CDDE80D}"/>
              </a:ext>
            </a:extLst>
          </p:cNvPr>
          <p:cNvSpPr>
            <a:spLocks noGrp="1"/>
          </p:cNvSpPr>
          <p:nvPr>
            <p:ph type="sldNum" sz="quarter" idx="12"/>
          </p:nvPr>
        </p:nvSpPr>
        <p:spPr/>
        <p:txBody>
          <a:bodyPr/>
          <a:lstStyle/>
          <a:p>
            <a:fld id="{3DE336E6-37CE-4DDC-BF6A-4B82FB74E299}" type="slidenum">
              <a:rPr lang="en-US" smtClean="0"/>
              <a:t>‹#›</a:t>
            </a:fld>
            <a:endParaRPr lang="en-US"/>
          </a:p>
        </p:txBody>
      </p:sp>
    </p:spTree>
    <p:extLst>
      <p:ext uri="{BB962C8B-B14F-4D97-AF65-F5344CB8AC3E}">
        <p14:creationId xmlns:p14="http://schemas.microsoft.com/office/powerpoint/2010/main" val="1184613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76E1E5-2F8C-4027-957A-02035FA98FC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xmlns="" id="{1F7DF887-0A9D-4043-AC4A-9DBB0E38E6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DC517463-A902-43AC-AA62-00C6FC4D836E}"/>
              </a:ext>
            </a:extLst>
          </p:cNvPr>
          <p:cNvSpPr>
            <a:spLocks noGrp="1"/>
          </p:cNvSpPr>
          <p:nvPr>
            <p:ph type="dt" sz="half" idx="10"/>
          </p:nvPr>
        </p:nvSpPr>
        <p:spPr/>
        <p:txBody>
          <a:bodyPr/>
          <a:lstStyle/>
          <a:p>
            <a:fld id="{FCB391DC-19C6-4598-9656-E4C637EA57D4}" type="datetime1">
              <a:rPr lang="en-US" smtClean="0"/>
              <a:t>10/31/2025</a:t>
            </a:fld>
            <a:endParaRPr lang="en-US"/>
          </a:p>
        </p:txBody>
      </p:sp>
      <p:sp>
        <p:nvSpPr>
          <p:cNvPr id="5" name="Footer Placeholder 4">
            <a:extLst>
              <a:ext uri="{FF2B5EF4-FFF2-40B4-BE49-F238E27FC236}">
                <a16:creationId xmlns:a16="http://schemas.microsoft.com/office/drawing/2014/main" xmlns="" id="{968102FA-1DD5-49FF-AFEA-6096C046DD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342BA234-6A54-4319-B3F2-887AB3C2BF86}"/>
              </a:ext>
            </a:extLst>
          </p:cNvPr>
          <p:cNvSpPr>
            <a:spLocks noGrp="1"/>
          </p:cNvSpPr>
          <p:nvPr>
            <p:ph type="sldNum" sz="quarter" idx="12"/>
          </p:nvPr>
        </p:nvSpPr>
        <p:spPr/>
        <p:txBody>
          <a:bodyPr/>
          <a:lstStyle/>
          <a:p>
            <a:fld id="{3DE336E6-37CE-4DDC-BF6A-4B82FB74E299}" type="slidenum">
              <a:rPr lang="en-US" smtClean="0"/>
              <a:t>‹#›</a:t>
            </a:fld>
            <a:endParaRPr lang="en-US"/>
          </a:p>
        </p:txBody>
      </p:sp>
    </p:spTree>
    <p:extLst>
      <p:ext uri="{BB962C8B-B14F-4D97-AF65-F5344CB8AC3E}">
        <p14:creationId xmlns:p14="http://schemas.microsoft.com/office/powerpoint/2010/main" val="1565814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CEF1DCB-886E-42CE-849E-9B1D424AD2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xmlns="" id="{3FF8C71A-B426-4881-8251-10B6E880C3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59F6A812-AD3B-4F4B-ADAF-8D73D485A57E}"/>
              </a:ext>
            </a:extLst>
          </p:cNvPr>
          <p:cNvSpPr>
            <a:spLocks noGrp="1"/>
          </p:cNvSpPr>
          <p:nvPr>
            <p:ph type="dt" sz="half" idx="10"/>
          </p:nvPr>
        </p:nvSpPr>
        <p:spPr/>
        <p:txBody>
          <a:bodyPr/>
          <a:lstStyle/>
          <a:p>
            <a:fld id="{26C5B1D8-804C-4F45-A1F0-284D8BFE3408}" type="datetime1">
              <a:rPr lang="en-US" smtClean="0"/>
              <a:t>10/31/2025</a:t>
            </a:fld>
            <a:endParaRPr lang="en-US"/>
          </a:p>
        </p:txBody>
      </p:sp>
      <p:sp>
        <p:nvSpPr>
          <p:cNvPr id="5" name="Footer Placeholder 4">
            <a:extLst>
              <a:ext uri="{FF2B5EF4-FFF2-40B4-BE49-F238E27FC236}">
                <a16:creationId xmlns:a16="http://schemas.microsoft.com/office/drawing/2014/main" xmlns="" id="{F6BFF81E-8DCE-4C01-9E47-8F9DB16391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xmlns="" id="{04E1AC45-B9F0-4D8F-BCE7-192D8954B497}"/>
              </a:ext>
            </a:extLst>
          </p:cNvPr>
          <p:cNvSpPr>
            <a:spLocks noGrp="1"/>
          </p:cNvSpPr>
          <p:nvPr>
            <p:ph type="sldNum" sz="quarter" idx="12"/>
          </p:nvPr>
        </p:nvSpPr>
        <p:spPr/>
        <p:txBody>
          <a:bodyPr/>
          <a:lstStyle/>
          <a:p>
            <a:fld id="{3DE336E6-37CE-4DDC-BF6A-4B82FB74E299}" type="slidenum">
              <a:rPr lang="en-US" smtClean="0"/>
              <a:t>‹#›</a:t>
            </a:fld>
            <a:endParaRPr lang="en-US"/>
          </a:p>
        </p:txBody>
      </p:sp>
    </p:spTree>
    <p:extLst>
      <p:ext uri="{BB962C8B-B14F-4D97-AF65-F5344CB8AC3E}">
        <p14:creationId xmlns:p14="http://schemas.microsoft.com/office/powerpoint/2010/main" val="28694409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4DD3FD7-D33C-40AF-AC38-938E53737F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xmlns="" id="{2CDD3C02-3B56-42A8-A90C-2F32468485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364159EC-BCEA-428A-B3FD-8DDDFFE62B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E5DEAA-FD83-4CDD-8C8D-F7DFCB6DF933}" type="datetime1">
              <a:rPr lang="en-US" smtClean="0"/>
              <a:t>10/31/2025</a:t>
            </a:fld>
            <a:endParaRPr lang="en-US"/>
          </a:p>
        </p:txBody>
      </p:sp>
      <p:sp>
        <p:nvSpPr>
          <p:cNvPr id="5" name="Footer Placeholder 4">
            <a:extLst>
              <a:ext uri="{FF2B5EF4-FFF2-40B4-BE49-F238E27FC236}">
                <a16:creationId xmlns:a16="http://schemas.microsoft.com/office/drawing/2014/main" xmlns="" id="{DE38ABDC-9798-4ABB-AB7A-CFB3A8025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xmlns="" id="{246441D8-C381-4F05-AA06-98741655137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E336E6-37CE-4DDC-BF6A-4B82FB74E299}" type="slidenum">
              <a:rPr lang="en-US" smtClean="0"/>
              <a:t>‹#›</a:t>
            </a:fld>
            <a:endParaRPr lang="en-US"/>
          </a:p>
        </p:txBody>
      </p:sp>
    </p:spTree>
    <p:extLst>
      <p:ext uri="{BB962C8B-B14F-4D97-AF65-F5344CB8AC3E}">
        <p14:creationId xmlns:p14="http://schemas.microsoft.com/office/powerpoint/2010/main" val="36523874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xmlns="" id="{FFD48BC7-DC40-47DE-87EE-9F4B6ECB9AB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7" name="Freeform: Shape 26">
            <a:extLst>
              <a:ext uri="{FF2B5EF4-FFF2-40B4-BE49-F238E27FC236}">
                <a16:creationId xmlns:a16="http://schemas.microsoft.com/office/drawing/2014/main" xmlns="" id="{E502BBC7-2C76-46F3-BC24-5985BC13DB8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9" name="Freeform: Shape 28">
            <a:extLst>
              <a:ext uri="{FF2B5EF4-FFF2-40B4-BE49-F238E27FC236}">
                <a16:creationId xmlns:a16="http://schemas.microsoft.com/office/drawing/2014/main" xmlns="" id="{C7F28D52-2A5F-4D23-81AE-7CB8B591C7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xmlns="" id="{14E80C84-0338-470E-8DEF-99FE624EA8C9}"/>
              </a:ext>
            </a:extLst>
          </p:cNvPr>
          <p:cNvSpPr>
            <a:spLocks noGrp="1"/>
          </p:cNvSpPr>
          <p:nvPr>
            <p:ph type="ctrTitle"/>
          </p:nvPr>
        </p:nvSpPr>
        <p:spPr>
          <a:xfrm>
            <a:off x="1524003" y="1999615"/>
            <a:ext cx="9144000" cy="2764028"/>
          </a:xfrm>
        </p:spPr>
        <p:txBody>
          <a:bodyPr anchor="ctr">
            <a:normAutofit/>
          </a:bodyPr>
          <a:lstStyle/>
          <a:p>
            <a:r>
              <a:rPr lang="x-none" sz="6100" b="1">
                <a:latin typeface="Aptos" panose="020B0004020202020204" pitchFamily="34" charset="0"/>
              </a:rPr>
              <a:t>Estate Access Management System</a:t>
            </a:r>
            <a:r>
              <a:rPr lang="en-US" sz="6100" b="1">
                <a:latin typeface="Aptos" panose="020B0004020202020204" pitchFamily="34" charset="0"/>
              </a:rPr>
              <a:t>- Athi Highway Estate</a:t>
            </a:r>
            <a:endParaRPr lang="en-US" sz="6100"/>
          </a:p>
        </p:txBody>
      </p:sp>
      <p:sp>
        <p:nvSpPr>
          <p:cNvPr id="3" name="Subtitle 2">
            <a:extLst>
              <a:ext uri="{FF2B5EF4-FFF2-40B4-BE49-F238E27FC236}">
                <a16:creationId xmlns:a16="http://schemas.microsoft.com/office/drawing/2014/main" xmlns="" id="{B5796C57-E119-42B6-8A2A-7CCCBA769C6E}"/>
              </a:ext>
            </a:extLst>
          </p:cNvPr>
          <p:cNvSpPr>
            <a:spLocks noGrp="1"/>
          </p:cNvSpPr>
          <p:nvPr>
            <p:ph type="subTitle" idx="1"/>
          </p:nvPr>
        </p:nvSpPr>
        <p:spPr>
          <a:xfrm>
            <a:off x="1966912" y="5645150"/>
            <a:ext cx="8258176" cy="631825"/>
          </a:xfrm>
        </p:spPr>
        <p:txBody>
          <a:bodyPr anchor="ctr">
            <a:normAutofit/>
          </a:bodyPr>
          <a:lstStyle/>
          <a:p>
            <a:r>
              <a:rPr lang="en-US" sz="1500"/>
              <a:t>Beverlyne Kong’ani</a:t>
            </a:r>
          </a:p>
          <a:p>
            <a:r>
              <a:rPr lang="en-US" sz="1500"/>
              <a:t>110063092</a:t>
            </a:r>
          </a:p>
        </p:txBody>
      </p:sp>
      <p:sp>
        <p:nvSpPr>
          <p:cNvPr id="31" name="Rectangle 30">
            <a:extLst>
              <a:ext uri="{FF2B5EF4-FFF2-40B4-BE49-F238E27FC236}">
                <a16:creationId xmlns:a16="http://schemas.microsoft.com/office/drawing/2014/main" xmlns="" id="{3629484E-3792-4B3D-89AD-7C8A1ED0E0D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4421641"/>
      </p:ext>
    </p:extLst>
  </p:cSld>
  <p:clrMapOvr>
    <a:masterClrMapping/>
  </p:clrMapOvr>
  <mc:AlternateContent xmlns:mc="http://schemas.openxmlformats.org/markup-compatibility/2006" xmlns:p14="http://schemas.microsoft.com/office/powerpoint/2010/main">
    <mc:Choice Requires="p14">
      <p:transition spd="slow" p14:dur="2000" advTm="11356"/>
    </mc:Choice>
    <mc:Fallback xmlns="">
      <p:transition spd="slow" advTm="113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000"/>
                                  </p:stCondLst>
                                  <p:iterate type="wd">
                                    <p:tmPct val="15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1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extLst>
    <p:ext uri="{3A86A75C-4F4B-4683-9AE1-C65F6400EC91}">
      <p14:laserTraceLst xmlns:p14="http://schemas.microsoft.com/office/powerpoint/2010/main">
        <p14:tracePtLst>
          <p14:tracePt t="1278" x="4262438" y="492125"/>
          <p14:tracePt t="1292" x="4381500" y="790575"/>
          <p14:tracePt t="1300" x="4441825" y="909638"/>
          <p14:tracePt t="1321" x="4530725" y="1327150"/>
          <p14:tracePt t="1334" x="4591050" y="1609725"/>
          <p14:tracePt t="1350" x="4621213" y="1849438"/>
          <p14:tracePt t="1365" x="4679950" y="2071688"/>
          <p14:tracePt t="1379" x="4694238" y="2295525"/>
          <p14:tracePt t="1392" x="4710113" y="2400300"/>
          <p14:tracePt t="1400" x="4740275" y="2579688"/>
          <p14:tracePt t="1408" x="4740275" y="2654300"/>
          <p14:tracePt t="1416" x="4754563" y="2713038"/>
          <p14:tracePt t="1423" x="4768850" y="2787650"/>
          <p14:tracePt t="1427" x="4768850" y="2832100"/>
          <p14:tracePt t="1443" x="4799013" y="2951163"/>
          <p14:tracePt t="1458" x="4829175" y="3055938"/>
          <p14:tracePt t="1474" x="4873625" y="3116263"/>
          <p14:tracePt t="1492" x="4903788" y="3221038"/>
          <p14:tracePt t="1521" x="4918075" y="3294063"/>
          <p14:tracePt t="1552" x="4933950" y="3340100"/>
          <p14:tracePt t="1580" x="4933950" y="3354388"/>
          <p14:tracePt t="3200" x="4903788" y="3384550"/>
          <p14:tracePt t="3224" x="4710113" y="3548063"/>
          <p14:tracePt t="3229" x="4649788" y="3592513"/>
          <p14:tracePt t="3238" x="4575175" y="3636963"/>
          <p14:tracePt t="3244" x="4530725" y="3683000"/>
          <p14:tracePt t="3251" x="4500563" y="3727450"/>
          <p14:tracePt t="3255" x="4471988" y="3757613"/>
          <p14:tracePt t="3274" x="4425950" y="3786188"/>
          <p14:tracePt t="3296" x="4397375" y="3816350"/>
          <p14:tracePt t="3315" x="4381500" y="3816350"/>
          <p14:tracePt t="3321" x="4381500" y="3846513"/>
          <p14:tracePt t="3342" x="4367213" y="3860800"/>
          <p14:tracePt t="3377" x="4367213" y="3876675"/>
          <p14:tracePt t="3412" x="4367213" y="3890963"/>
          <p14:tracePt t="3460" x="4352925" y="3890963"/>
          <p14:tracePt t="3510" x="4337050" y="3890963"/>
          <p14:tracePt t="3542" x="4322763" y="3890963"/>
          <p14:tracePt t="3556" x="4306888" y="3890963"/>
          <p14:tracePt t="3578" x="4262438" y="3906838"/>
          <p14:tracePt t="3582" x="4248150" y="3906838"/>
          <p14:tracePt t="3597" x="4232275" y="3906838"/>
          <p14:tracePt t="3618" x="4187825" y="3906838"/>
          <p14:tracePt t="3641" x="4113213" y="3890963"/>
          <p14:tracePt t="3646" x="4084638" y="3876675"/>
          <p14:tracePt t="3664" x="4038600" y="3860800"/>
          <p14:tracePt t="3694" x="3844925" y="3802063"/>
          <p14:tracePt t="3701" x="3800475" y="3771900"/>
          <p14:tracePt t="3715" x="3681413" y="3757613"/>
          <p14:tracePt t="3729" x="3576638" y="3741738"/>
          <p14:tracePt t="3734" x="3517900" y="3727450"/>
          <p14:tracePt t="3743" x="3487738" y="3727450"/>
          <p14:tracePt t="3751" x="3473450" y="3711575"/>
          <p14:tracePt t="3759" x="3457575" y="3711575"/>
          <p14:tracePt t="3763" x="3443288" y="3711575"/>
          <p14:tracePt t="3782" x="3427413" y="3711575"/>
          <p14:tracePt t="3800" x="3413125" y="3711575"/>
          <p14:tracePt t="10026" x="3502025" y="3757613"/>
          <p14:tracePt t="10045" x="3800475" y="3935413"/>
          <p14:tracePt t="10050" x="3963988" y="4025900"/>
          <p14:tracePt t="10060" x="4098925" y="4100513"/>
          <p14:tracePt t="10071" x="4397375" y="4278313"/>
          <p14:tracePt t="10079" x="4471988" y="4338638"/>
          <p14:tracePt t="10091" x="4635500" y="4502150"/>
          <p14:tracePt t="10097" x="4754563" y="4606925"/>
          <p14:tracePt t="10115" x="4843463" y="4756150"/>
          <p14:tracePt t="10149" x="4948238" y="5113338"/>
          <p14:tracePt t="10164" x="4873625" y="5262563"/>
          <p14:tracePt t="10178" x="4814888" y="5337175"/>
          <p14:tracePt t="10190" x="4546600" y="5561013"/>
          <p14:tracePt t="10203" x="4217988" y="5710238"/>
          <p14:tracePt t="10211" x="4084638" y="5799138"/>
          <p14:tracePt t="10224" x="3741738" y="5934075"/>
          <p14:tracePt t="10237" x="3576638" y="5978525"/>
          <p14:tracePt t="10243" x="3175000" y="6142038"/>
          <p14:tracePt t="10250" x="2951163" y="6216650"/>
          <p14:tracePt t="10259" x="2771775" y="6335713"/>
          <p14:tracePt t="10265" x="2578100" y="6380163"/>
          <p14:tracePt t="10278" x="2400300" y="6454775"/>
          <p14:tracePt t="10510" x="1878013" y="6769100"/>
        </p14:tracePtLst>
      </p14:laserTraceLst>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43C823D3-D619-407C-89E0-C6F6B1E7A42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047F8E3E-2FFA-4A0F-B3C7-E57ADDCFB41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a:extLst>
              <a:ext uri="{FF2B5EF4-FFF2-40B4-BE49-F238E27FC236}">
                <a16:creationId xmlns:a16="http://schemas.microsoft.com/office/drawing/2014/main" xmlns="" id="{710986D0-3110-4BEE-B87E-8EA990987127}"/>
              </a:ext>
            </a:extLst>
          </p:cNvPr>
          <p:cNvSpPr>
            <a:spLocks noGrp="1"/>
          </p:cNvSpPr>
          <p:nvPr>
            <p:ph type="title"/>
          </p:nvPr>
        </p:nvSpPr>
        <p:spPr>
          <a:xfrm>
            <a:off x="1296613" y="164104"/>
            <a:ext cx="9833548" cy="1325563"/>
          </a:xfrm>
        </p:spPr>
        <p:txBody>
          <a:bodyPr anchor="b">
            <a:normAutofit/>
          </a:bodyPr>
          <a:lstStyle/>
          <a:p>
            <a:pPr algn="ctr"/>
            <a:r>
              <a:rPr lang="en-US" dirty="0">
                <a:solidFill>
                  <a:schemeClr val="tx2"/>
                </a:solidFill>
              </a:rPr>
              <a:t>Problem Statement</a:t>
            </a:r>
          </a:p>
        </p:txBody>
      </p:sp>
      <p:grpSp>
        <p:nvGrpSpPr>
          <p:cNvPr id="13" name="Group 12">
            <a:extLst>
              <a:ext uri="{FF2B5EF4-FFF2-40B4-BE49-F238E27FC236}">
                <a16:creationId xmlns:a16="http://schemas.microsoft.com/office/drawing/2014/main" xmlns="" id="{33D939F1-7ABE-4D0E-946A-43F37F556AFD}"/>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0" y="0"/>
            <a:ext cx="3346102" cy="2510865"/>
            <a:chOff x="-305" y="-1"/>
            <a:chExt cx="3832880" cy="2876136"/>
          </a:xfrm>
        </p:grpSpPr>
        <p:sp>
          <p:nvSpPr>
            <p:cNvPr id="14" name="Freeform: Shape 13">
              <a:extLst>
                <a:ext uri="{FF2B5EF4-FFF2-40B4-BE49-F238E27FC236}">
                  <a16:creationId xmlns:a16="http://schemas.microsoft.com/office/drawing/2014/main" xmlns="" id="{63FE0426-0FE4-451E-A8BB-08DA6A6AC20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xmlns="" id="{4A32F7E8-35B4-451F-AA07-AECF7CA1D53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xmlns="" id="{E1097796-C3C8-4772-9EBD-9F5CA368F5A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xmlns="" id="{EC4BC137-BB50-4235-A83F-4B4EEE15904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xmlns="" id="{8BC6EA6F-969F-44C3-91F5-317B72A99548}"/>
              </a:ext>
            </a:extLst>
          </p:cNvPr>
          <p:cNvSpPr>
            <a:spLocks noGrp="1"/>
          </p:cNvSpPr>
          <p:nvPr>
            <p:ph idx="1"/>
          </p:nvPr>
        </p:nvSpPr>
        <p:spPr>
          <a:xfrm>
            <a:off x="1494119" y="1379341"/>
            <a:ext cx="10055624" cy="5314555"/>
          </a:xfrm>
        </p:spPr>
        <p:txBody>
          <a:bodyPr>
            <a:noAutofit/>
          </a:bodyPr>
          <a:lstStyle/>
          <a:p>
            <a:pPr marL="0" indent="0">
              <a:buNone/>
            </a:pPr>
            <a:endParaRPr lang="en-US" sz="2400" dirty="0">
              <a:solidFill>
                <a:schemeClr val="tx2"/>
              </a:solidFill>
              <a:latin typeface="Aptos" panose="020B0004020202020204" pitchFamily="34" charset="0"/>
            </a:endParaRPr>
          </a:p>
          <a:p>
            <a:r>
              <a:rPr lang="x-none" sz="2400" b="1" dirty="0">
                <a:solidFill>
                  <a:schemeClr val="tx2"/>
                </a:solidFill>
                <a:latin typeface="Aptos" panose="020B0004020202020204" pitchFamily="34" charset="0"/>
              </a:rPr>
              <a:t>Athi Highway Estate faces major security and operational challenges due to the absence of proper gate access control. Anyone can enter or exit freely without verification, exposing residents to safety risks. Additionally, payment verification for service charges and bills is handled manually, which is inefficient and prone to errors. This lack of automation leads to security breaches, financial non-compliance, and poor estate management.</a:t>
            </a:r>
            <a:endParaRPr lang="en-US" sz="2400" b="1" dirty="0">
              <a:solidFill>
                <a:schemeClr val="tx2"/>
              </a:solidFill>
              <a:latin typeface="Aptos" panose="020B0004020202020204" pitchFamily="34" charset="0"/>
            </a:endParaRPr>
          </a:p>
          <a:p>
            <a:endParaRPr lang="en-US" sz="2400" b="1" dirty="0">
              <a:solidFill>
                <a:schemeClr val="tx2"/>
              </a:solidFill>
              <a:latin typeface="Aptos" panose="020B0004020202020204" pitchFamily="34" charset="0"/>
            </a:endParaRPr>
          </a:p>
          <a:p>
            <a:r>
              <a:rPr lang="en-US" sz="2400" b="1" dirty="0">
                <a:solidFill>
                  <a:schemeClr val="tx2"/>
                </a:solidFill>
                <a:latin typeface="Aptos" panose="020B0004020202020204" pitchFamily="34" charset="0"/>
              </a:rPr>
              <a:t>I would like to d</a:t>
            </a:r>
            <a:r>
              <a:rPr lang="x-none" sz="2400" b="1" dirty="0" err="1">
                <a:solidFill>
                  <a:schemeClr val="tx2"/>
                </a:solidFill>
                <a:latin typeface="Aptos" panose="020B0004020202020204" pitchFamily="34" charset="0"/>
              </a:rPr>
              <a:t>evelop</a:t>
            </a:r>
            <a:r>
              <a:rPr lang="x-none" sz="2400" b="1" dirty="0">
                <a:solidFill>
                  <a:schemeClr val="tx2"/>
                </a:solidFill>
                <a:latin typeface="Aptos" panose="020B0004020202020204" pitchFamily="34" charset="0"/>
              </a:rPr>
              <a:t> an Estate Access Management System that integrates automated gate </a:t>
            </a:r>
            <a:r>
              <a:rPr lang="x-none" sz="2400" b="1" dirty="0">
                <a:solidFill>
                  <a:schemeClr val="tx2"/>
                </a:solidFill>
                <a:latin typeface="Aptos Narrow" panose="020B0004020202020204" pitchFamily="34" charset="0"/>
              </a:rPr>
              <a:t>control</a:t>
            </a:r>
            <a:r>
              <a:rPr lang="x-none" sz="2400" b="1" dirty="0">
                <a:solidFill>
                  <a:schemeClr val="tx2"/>
                </a:solidFill>
                <a:latin typeface="Aptos" panose="020B0004020202020204" pitchFamily="34" charset="0"/>
              </a:rPr>
              <a:t> with a centralized digital payment verification system. The software will link resident payment status to access privileges, ensuring that only compliant residents and authorized visitors can enter the estate.</a:t>
            </a:r>
            <a:endParaRPr lang="x-none" sz="2400" dirty="0">
              <a:solidFill>
                <a:schemeClr val="tx2"/>
              </a:solidFill>
              <a:latin typeface="Aptos" panose="020B0004020202020204" pitchFamily="34" charset="0"/>
            </a:endParaRPr>
          </a:p>
          <a:p>
            <a:endParaRPr lang="x-none" sz="2400" dirty="0">
              <a:solidFill>
                <a:schemeClr val="tx2"/>
              </a:solidFill>
              <a:latin typeface="Aptos" panose="020B0004020202020204" pitchFamily="34" charset="0"/>
            </a:endParaRPr>
          </a:p>
          <a:p>
            <a:endParaRPr lang="en-US" sz="2400" dirty="0">
              <a:solidFill>
                <a:schemeClr val="tx2"/>
              </a:solidFill>
              <a:latin typeface="Aptos" panose="020B0004020202020204" pitchFamily="34" charset="0"/>
            </a:endParaRPr>
          </a:p>
        </p:txBody>
      </p:sp>
      <p:grpSp>
        <p:nvGrpSpPr>
          <p:cNvPr id="19" name="Group 18">
            <a:extLst>
              <a:ext uri="{FF2B5EF4-FFF2-40B4-BE49-F238E27FC236}">
                <a16:creationId xmlns:a16="http://schemas.microsoft.com/office/drawing/2014/main" xmlns="" id="{9DB3963A-4187-4A72-9DA4-CA6BADE22931}"/>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rot="5400000">
            <a:off x="9072780" y="3734338"/>
            <a:ext cx="3878664" cy="2368659"/>
            <a:chOff x="6867015" y="-1"/>
            <a:chExt cx="5324985" cy="3251912"/>
          </a:xfrm>
          <a:solidFill>
            <a:schemeClr val="accent5">
              <a:alpha val="10000"/>
            </a:schemeClr>
          </a:solidFill>
        </p:grpSpPr>
        <p:sp>
          <p:nvSpPr>
            <p:cNvPr id="20" name="Freeform: Shape 19">
              <a:extLst>
                <a:ext uri="{FF2B5EF4-FFF2-40B4-BE49-F238E27FC236}">
                  <a16:creationId xmlns:a16="http://schemas.microsoft.com/office/drawing/2014/main" xmlns="" id="{2428E75E-001A-4568-B035-574F1303EF58}"/>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xmlns="" id="{64AC8CFC-1164-4525-82A0-25F75ADCF4CD}"/>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xmlns="" id="{6F35C856-5B70-4CA2-BB8F-A37197D8F94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xmlns="" id="{550FD8B0-DE97-47B1-84ED-67A3BD00FE2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92489078"/>
      </p:ext>
    </p:extLst>
  </p:cSld>
  <p:clrMapOvr>
    <a:masterClrMapping/>
  </p:clrMapOvr>
  <mc:AlternateContent xmlns:mc="http://schemas.openxmlformats.org/markup-compatibility/2006" xmlns:p14="http://schemas.microsoft.com/office/powerpoint/2010/main">
    <mc:Choice Requires="p14">
      <p:transition spd="slow" p14:dur="2000" advTm="63917"/>
    </mc:Choice>
    <mc:Fallback xmlns="">
      <p:transition spd="slow" advTm="63917"/>
    </mc:Fallback>
  </mc:AlternateContent>
  <p:extLst>
    <p:ext uri="{3A86A75C-4F4B-4683-9AE1-C65F6400EC91}">
      <p14:laserTraceLst xmlns:p14="http://schemas.microsoft.com/office/powerpoint/2010/main">
        <p14:tracePtLst>
          <p14:tracePt t="373" x="223838" y="6216650"/>
          <p14:tracePt t="387" x="566738" y="6067425"/>
          <p14:tracePt t="392" x="669925" y="6008688"/>
          <p14:tracePt t="405" x="835025" y="5964238"/>
          <p14:tracePt t="409" x="938213" y="5873750"/>
          <p14:tracePt t="427" x="1177925" y="5768975"/>
          <p14:tracePt t="433" x="1327150" y="5724525"/>
          <p14:tracePt t="452" x="1639888" y="5546725"/>
          <p14:tracePt t="460" x="1714500" y="5500688"/>
          <p14:tracePt t="467" x="1847850" y="5411788"/>
          <p14:tracePt t="474" x="1922463" y="5351463"/>
          <p14:tracePt t="480" x="2011363" y="5292725"/>
          <p14:tracePt t="489" x="2116138" y="5203825"/>
          <p14:tracePt t="493" x="2160588" y="5173663"/>
          <p14:tracePt t="503" x="2265363" y="5113338"/>
          <p14:tracePt t="524" x="2459038" y="4979988"/>
          <p14:tracePt t="531" x="2503488" y="4935538"/>
          <p14:tracePt t="548" x="2608263" y="4860925"/>
          <p14:tracePt t="567" x="2682875" y="4786313"/>
          <p14:tracePt t="583" x="2771775" y="4695825"/>
          <p14:tracePt t="591" x="2787650" y="4665663"/>
          <p14:tracePt t="599" x="2801938" y="4651375"/>
          <p14:tracePt t="607" x="2816225" y="4621213"/>
          <p14:tracePt t="613" x="2846388" y="4606925"/>
          <p14:tracePt t="620" x="2846388" y="4576763"/>
          <p14:tracePt t="631" x="2876550" y="4518025"/>
          <p14:tracePt t="650" x="2876550" y="4502150"/>
          <p14:tracePt t="663" x="2906713" y="4457700"/>
          <p14:tracePt t="682" x="2921000" y="4352925"/>
          <p14:tracePt t="707" x="2951163" y="4219575"/>
          <p14:tracePt t="722" x="2965450" y="4144963"/>
          <p14:tracePt t="729" x="2965450" y="4084638"/>
          <p14:tracePt t="735" x="2981325" y="4025900"/>
          <p14:tracePt t="741" x="2995613" y="3979863"/>
          <p14:tracePt t="749" x="2995613" y="3921125"/>
          <p14:tracePt t="755" x="3011488" y="3860800"/>
          <p14:tracePt t="762" x="3025775" y="3802063"/>
          <p14:tracePt t="779" x="3084513" y="3683000"/>
          <p14:tracePt t="792" x="3114675" y="3578225"/>
          <p14:tracePt t="799" x="3130550" y="3533775"/>
          <p14:tracePt t="817" x="3144838" y="3429000"/>
          <p14:tracePt t="830" x="3175000" y="3354388"/>
          <p14:tracePt t="839" x="3189288" y="3324225"/>
          <p14:tracePt t="846" x="3205163" y="3279775"/>
          <p14:tracePt t="852" x="3205163" y="3249613"/>
          <p14:tracePt t="860" x="3249613" y="3221038"/>
          <p14:tracePt t="869" x="3263900" y="3190875"/>
          <p14:tracePt t="875" x="3263900" y="3160713"/>
          <p14:tracePt t="881" x="3263900" y="3100388"/>
          <p14:tracePt t="908" x="3219450" y="3025775"/>
          <p14:tracePt t="914" x="3219450" y="3011488"/>
          <p14:tracePt t="932" x="3175000" y="2951163"/>
          <p14:tracePt t="948" x="3070225" y="2878138"/>
          <p14:tracePt t="962" x="2981325" y="2803525"/>
          <p14:tracePt t="969" x="2951163" y="2787650"/>
          <p14:tracePt t="982" x="2832100" y="2728913"/>
          <p14:tracePt t="990" x="2787650" y="2698750"/>
          <p14:tracePt t="998" x="2713038" y="2668588"/>
          <p14:tracePt t="1006" x="2682875" y="2608263"/>
          <p14:tracePt t="1016" x="2622550" y="2593975"/>
          <p14:tracePt t="1030" x="2519363" y="2535238"/>
          <p14:tracePt t="1047" x="2474913" y="2505075"/>
          <p14:tracePt t="1059" x="2459038" y="2474913"/>
          <p14:tracePt t="1067" x="2428875" y="2460625"/>
          <p14:tracePt t="1082" x="2414588" y="2444750"/>
          <p14:tracePt t="1106" x="2400300" y="2430463"/>
          <p14:tracePt t="1128" x="2384425" y="2430463"/>
          <p14:tracePt t="1174" x="2370138" y="2430463"/>
          <p14:tracePt t="1198" x="2370138" y="2414588"/>
          <p14:tracePt t="1225" x="2370138" y="2400300"/>
          <p14:tracePt t="1232" x="2400300" y="2386013"/>
          <p14:tracePt t="1245" x="2519363" y="2311400"/>
          <p14:tracePt t="1260" x="2652713" y="2265363"/>
          <p14:tracePt t="1268" x="2713038" y="2251075"/>
          <p14:tracePt t="1282" x="2832100" y="2206625"/>
          <p14:tracePt t="1293" x="2906713" y="2192338"/>
          <p14:tracePt t="1299" x="2936875" y="2176463"/>
          <p14:tracePt t="1323" x="2981325" y="2146300"/>
          <p14:tracePt t="1336" x="2995613" y="2146300"/>
          <p14:tracePt t="1354" x="3011488" y="2132013"/>
          <p14:tracePt t="1825" x="3382963" y="2101850"/>
          <p14:tracePt t="1846" x="4068763" y="2071688"/>
          <p14:tracePt t="1866" x="4694238" y="2043113"/>
          <p14:tracePt t="1875" x="4903788" y="2043113"/>
          <p14:tracePt t="1883" x="5037138" y="2027238"/>
          <p14:tracePt t="1897" x="5246688" y="2027238"/>
          <p14:tracePt t="1908" x="5380038" y="2012950"/>
          <p14:tracePt t="1917" x="5410200" y="2012950"/>
          <p14:tracePt t="1927" x="5454650" y="2012950"/>
          <p14:tracePt t="1939" x="5470525" y="2012950"/>
          <p14:tracePt t="1954" x="5484813" y="2012950"/>
          <p14:tracePt t="1971" x="5499100" y="2012950"/>
          <p14:tracePt t="1997" x="5514975" y="2012950"/>
          <p14:tracePt t="2062" x="5484813" y="2043113"/>
          <p14:tracePt t="2071" x="5410200" y="2071688"/>
          <p14:tracePt t="2080" x="5380038" y="2087563"/>
          <p14:tracePt t="2094" x="5291138" y="2132013"/>
          <p14:tracePt t="2107" x="5186363" y="2176463"/>
          <p14:tracePt t="2115" x="5141913" y="2176463"/>
          <p14:tracePt t="2126" x="5111750" y="2192338"/>
          <p14:tracePt t="2137" x="5037138" y="2192338"/>
          <p14:tracePt t="2146" x="4962525" y="2206625"/>
          <p14:tracePt t="2157" x="4859338" y="2220913"/>
          <p14:tracePt t="2165" x="4814888" y="2251075"/>
          <p14:tracePt t="2178" x="4694238" y="2265363"/>
          <p14:tracePt t="2191" x="4635500" y="2265363"/>
          <p14:tracePt t="2198" x="4560888" y="2281238"/>
          <p14:tracePt t="2207" x="4337050" y="2325688"/>
          <p14:tracePt t="2213" x="4248150" y="2339975"/>
          <p14:tracePt t="2239" x="3935413" y="2355850"/>
          <p14:tracePt t="2255" x="3770313" y="2400300"/>
          <p14:tracePt t="2277" x="3576638" y="2430463"/>
          <p14:tracePt t="2282" x="3532188" y="2430463"/>
          <p14:tracePt t="2289" x="3487738" y="2430463"/>
          <p14:tracePt t="2296" x="3457575" y="2444750"/>
          <p14:tracePt t="2312" x="3382963" y="2444750"/>
          <p14:tracePt t="2324" x="3294063" y="2460625"/>
          <p14:tracePt t="2341" x="3263900" y="2474913"/>
          <p14:tracePt t="2346" x="3249613" y="2474913"/>
          <p14:tracePt t="5661" x="3502025" y="2535238"/>
          <p14:tracePt t="5671" x="3681413" y="2535238"/>
          <p14:tracePt t="5678" x="3830638" y="2535238"/>
          <p14:tracePt t="5684" x="4038600" y="2535238"/>
          <p14:tracePt t="5698" x="4397375" y="2505075"/>
          <p14:tracePt t="5705" x="4591050" y="2489200"/>
          <p14:tracePt t="5712" x="4740275" y="2460625"/>
          <p14:tracePt t="5720" x="4918075" y="2444750"/>
          <p14:tracePt t="5735" x="5276850" y="2414588"/>
          <p14:tracePt t="5743" x="5410200" y="2400300"/>
          <p14:tracePt t="5748" x="5529263" y="2400300"/>
          <p14:tracePt t="5756" x="5619750" y="2400300"/>
          <p14:tracePt t="5762" x="5738813" y="2400300"/>
          <p14:tracePt t="5785" x="6021388" y="2400300"/>
          <p14:tracePt t="5794" x="6110288" y="2400300"/>
          <p14:tracePt t="5806" x="6275388" y="2370138"/>
          <p14:tracePt t="5811" x="6319838" y="2370138"/>
          <p14:tracePt t="5827" x="6453188" y="2370138"/>
          <p14:tracePt t="5834" x="6513513" y="2355850"/>
          <p14:tracePt t="5841" x="6572250" y="2355850"/>
          <p14:tracePt t="5856" x="6646863" y="2355850"/>
          <p14:tracePt t="5874" x="6751638" y="2355850"/>
          <p14:tracePt t="5881" x="6765925" y="2355850"/>
          <p14:tracePt t="5887" x="6811963" y="2355850"/>
          <p14:tracePt t="5898" x="6915150" y="2355850"/>
          <p14:tracePt t="5906" x="6945313" y="2355850"/>
          <p14:tracePt t="5918" x="7019925" y="2355850"/>
          <p14:tracePt t="5921" x="7108825" y="2355850"/>
          <p14:tracePt t="5935" x="7273925" y="2339975"/>
          <p14:tracePt t="5945" x="7362825" y="2339975"/>
          <p14:tracePt t="5964" x="7586663" y="2325688"/>
          <p14:tracePt t="5979" x="7735888" y="2281238"/>
          <p14:tracePt t="5990" x="7824788" y="2281238"/>
          <p14:tracePt t="6022" x="8048625" y="2265363"/>
          <p14:tracePt t="6026" x="8107363" y="2265363"/>
          <p14:tracePt t="6043" x="8242300" y="2251075"/>
          <p14:tracePt t="6047" x="8302625" y="2251075"/>
          <p14:tracePt t="6060" x="8405813" y="2251075"/>
          <p14:tracePt t="6066" x="8466138" y="2251075"/>
          <p14:tracePt t="6096" x="8659813" y="2251075"/>
          <p14:tracePt t="6106" x="8689975" y="2251075"/>
          <p14:tracePt t="6117" x="8748713" y="2251075"/>
          <p14:tracePt t="6127" x="8793163" y="2251075"/>
          <p14:tracePt t="6142" x="8839200" y="2251075"/>
          <p14:tracePt t="6153" x="8867775" y="2265363"/>
          <p14:tracePt t="6168" x="8883650" y="2265363"/>
          <p14:tracePt t="6179" x="8942388" y="2295525"/>
          <p14:tracePt t="6192" x="8972550" y="2295525"/>
          <p14:tracePt t="6199" x="8986838" y="2295525"/>
          <p14:tracePt t="6226" x="9002713" y="2311400"/>
          <p14:tracePt t="6243" x="9032875" y="2311400"/>
          <p14:tracePt t="6262" x="9077325" y="2325688"/>
          <p14:tracePt t="6280" x="9091613" y="2325688"/>
          <p14:tracePt t="6289" x="9107488" y="2325688"/>
          <p14:tracePt t="6299" x="9121775" y="2339975"/>
          <p14:tracePt t="6311" x="9136063" y="2339975"/>
          <p14:tracePt t="6316" x="9151938" y="2339975"/>
          <p14:tracePt t="6324" x="9166225" y="2339975"/>
          <p14:tracePt t="6332" x="9196388" y="2339975"/>
          <p14:tracePt t="6343" x="9210675" y="2339975"/>
          <p14:tracePt t="6349" x="9226550" y="2339975"/>
          <p14:tracePt t="6359" x="9240838" y="2339975"/>
          <p14:tracePt t="6374" x="9271000" y="2339975"/>
          <p14:tracePt t="6396" x="9285288" y="2339975"/>
          <p14:tracePt t="6407" x="9301163" y="2339975"/>
          <p14:tracePt t="6438" x="9329738" y="2339975"/>
          <p14:tracePt t="6773" x="9448800" y="2370138"/>
          <p14:tracePt t="6784" x="9747250" y="2386013"/>
          <p14:tracePt t="6800" x="10031413" y="2386013"/>
          <p14:tracePt t="6815" x="10239375" y="2386013"/>
          <p14:tracePt t="6845" x="10448925" y="2400300"/>
          <p14:tracePt t="6856" x="10521950" y="2400300"/>
          <p14:tracePt t="6864" x="10582275" y="2400300"/>
          <p14:tracePt t="6880" x="10596563" y="2400300"/>
          <p14:tracePt t="6893" x="10671175" y="2400300"/>
          <p14:tracePt t="6902" x="10717213" y="2400300"/>
          <p14:tracePt t="6911" x="10731500" y="2400300"/>
          <p14:tracePt t="6917" x="10761663" y="2400300"/>
          <p14:tracePt t="6930" x="10820400" y="2400300"/>
          <p14:tracePt t="6945" x="10850563" y="2400300"/>
          <p14:tracePt t="6959" x="10864850" y="2400300"/>
          <p14:tracePt t="6975" x="10880725" y="2400300"/>
          <p14:tracePt t="6992" x="10895013" y="2400300"/>
          <p14:tracePt t="7031" x="10910888" y="2400300"/>
          <p14:tracePt t="7049" x="10939463" y="2400300"/>
          <p14:tracePt t="7076" x="10955338" y="2400300"/>
          <p14:tracePt t="7180" x="10820400" y="2444750"/>
          <p14:tracePt t="7189" x="10717213" y="2489200"/>
          <p14:tracePt t="7194" x="10596563" y="2505075"/>
          <p14:tracePt t="7198" x="10374313" y="2579688"/>
          <p14:tracePt t="7213" x="9926638" y="2654300"/>
          <p14:tracePt t="7224" x="9688513" y="2668588"/>
          <p14:tracePt t="7228" x="9420225" y="2668588"/>
          <p14:tracePt t="7251" x="8466138" y="2668588"/>
          <p14:tracePt t="7258" x="8137525" y="2668588"/>
          <p14:tracePt t="7262" x="7735888" y="2668588"/>
          <p14:tracePt t="7280" x="6796088" y="2593975"/>
          <p14:tracePt t="7291" x="6469063" y="2579688"/>
          <p14:tracePt t="7295" x="6051550" y="2549525"/>
          <p14:tracePt t="7299" x="5573713" y="2460625"/>
          <p14:tracePt t="7309" x="5246688" y="2430463"/>
          <p14:tracePt t="7312" x="4918075" y="2400300"/>
          <p14:tracePt t="7332" x="4441825" y="2386013"/>
          <p14:tracePt t="7342" x="4262438" y="2355850"/>
          <p14:tracePt t="7347" x="4054475" y="2355850"/>
          <p14:tracePt t="7361" x="3695700" y="2355850"/>
          <p14:tracePt t="7387" x="3443288" y="2355850"/>
          <p14:tracePt t="8011" x="3368675" y="2370138"/>
          <p14:tracePt t="8022" x="3324225" y="2400300"/>
          <p14:tracePt t="8040" x="3189288" y="2444750"/>
          <p14:tracePt t="8048" x="3144838" y="2474913"/>
          <p14:tracePt t="8057" x="3100388" y="2474913"/>
          <p14:tracePt t="8063" x="3070225" y="2505075"/>
          <p14:tracePt t="8073" x="3040063" y="2519363"/>
          <p14:tracePt t="8082" x="2995613" y="2535238"/>
          <p14:tracePt t="8102" x="2965450" y="2549525"/>
          <p14:tracePt t="8124" x="2936875" y="2549525"/>
          <p14:tracePt t="8133" x="2921000" y="2563813"/>
          <p14:tracePt t="8176" x="2906713" y="2563813"/>
          <p14:tracePt t="8224" x="2995613" y="2579688"/>
          <p14:tracePt t="8247" x="3233738" y="2593975"/>
          <p14:tracePt t="8260" x="3427413" y="2593975"/>
          <p14:tracePt t="8265" x="3502025" y="2608263"/>
          <p14:tracePt t="8271" x="3562350" y="2608263"/>
          <p14:tracePt t="8280" x="3606800" y="2608263"/>
          <p14:tracePt t="8307" x="3786188" y="2638425"/>
          <p14:tracePt t="8324" x="3844925" y="2668588"/>
          <p14:tracePt t="8330" x="3875088" y="2668588"/>
          <p14:tracePt t="8339" x="3889375" y="2682875"/>
          <p14:tracePt t="8345" x="3905250" y="2682875"/>
          <p14:tracePt t="8362" x="3935413" y="2698750"/>
          <p14:tracePt t="8376" x="3979863" y="2698750"/>
          <p14:tracePt t="8380" x="3994150" y="2698750"/>
          <p14:tracePt t="8398" x="4010025" y="2698750"/>
          <p14:tracePt t="8414" x="4038600" y="2698750"/>
          <p14:tracePt t="8426" x="4038600" y="2713038"/>
          <p14:tracePt t="8446" x="4054475" y="2713038"/>
          <p14:tracePt t="9181" x="4157663" y="2728913"/>
          <p14:tracePt t="9196" x="4486275" y="2757488"/>
          <p14:tracePt t="9218" x="4859338" y="2757488"/>
          <p14:tracePt t="9233" x="5008563" y="2757488"/>
          <p14:tracePt t="9248" x="5172075" y="2757488"/>
          <p14:tracePt t="9267" x="5321300" y="2757488"/>
          <p14:tracePt t="9279" x="5380038" y="2757488"/>
          <p14:tracePt t="9296" x="5440363" y="2757488"/>
          <p14:tracePt t="9309" x="5499100" y="2757488"/>
          <p14:tracePt t="9324" x="5545138" y="2757488"/>
          <p14:tracePt t="9340" x="5603875" y="2757488"/>
          <p14:tracePt t="9360" x="5648325" y="2757488"/>
          <p14:tracePt t="9367" x="5678488" y="2757488"/>
          <p14:tracePt t="9381" x="5708650" y="2757488"/>
          <p14:tracePt t="9390" x="5722938" y="2757488"/>
          <p14:tracePt t="9399" x="5767388" y="2757488"/>
          <p14:tracePt t="9412" x="5813425" y="2757488"/>
          <p14:tracePt t="9426" x="5842000" y="2757488"/>
          <p14:tracePt t="9441" x="5857875" y="2757488"/>
          <p14:tracePt t="9456" x="5888038" y="2757488"/>
          <p14:tracePt t="9475" x="5902325" y="2757488"/>
          <p14:tracePt t="9485" x="5916613" y="2773363"/>
          <p14:tracePt t="9498" x="5946775" y="2773363"/>
          <p14:tracePt t="9515" x="5962650" y="2773363"/>
          <p14:tracePt t="9527" x="5976938" y="2787650"/>
          <p14:tracePt t="9536" x="5991225" y="2787650"/>
          <p14:tracePt t="9554" x="6007100" y="2787650"/>
          <p14:tracePt t="9581" x="6021388" y="2787650"/>
          <p14:tracePt t="9596" x="6051550" y="2787650"/>
          <p14:tracePt t="9614" x="6096000" y="2787650"/>
          <p14:tracePt t="9629" x="6110288" y="2787650"/>
          <p14:tracePt t="9645" x="6140450" y="2787650"/>
          <p14:tracePt t="9652" x="6156325" y="2787650"/>
          <p14:tracePt t="10174" x="6229350" y="2787650"/>
          <p14:tracePt t="10191" x="6394450" y="2773363"/>
          <p14:tracePt t="10203" x="6438900" y="2773363"/>
          <p14:tracePt t="10212" x="6557963" y="2757488"/>
          <p14:tracePt t="10223" x="6588125" y="2757488"/>
          <p14:tracePt t="10232" x="6646863" y="2757488"/>
          <p14:tracePt t="10250" x="6692900" y="2757488"/>
          <p14:tracePt t="10263" x="6721475" y="2757488"/>
          <p14:tracePt t="10283" x="6751638" y="2757488"/>
          <p14:tracePt t="10298" x="6796088" y="2757488"/>
          <p14:tracePt t="10313" x="6811963" y="2757488"/>
          <p14:tracePt t="10327" x="6840538" y="2757488"/>
          <p14:tracePt t="10357" x="6856413" y="2757488"/>
          <p14:tracePt t="10379" x="6915150" y="2757488"/>
          <p14:tracePt t="10410" x="6975475" y="2757488"/>
          <p14:tracePt t="10428" x="7019925" y="2743200"/>
          <p14:tracePt t="10444" x="7094538" y="2743200"/>
          <p14:tracePt t="10459" x="7169150" y="2743200"/>
          <p14:tracePt t="10467" x="7199313" y="2743200"/>
          <p14:tracePt t="10481" x="7258050" y="2728913"/>
          <p14:tracePt t="10494" x="7302500" y="2728913"/>
          <p14:tracePt t="10501" x="7362825" y="2728913"/>
          <p14:tracePt t="10510" x="7392988" y="2728913"/>
          <p14:tracePt t="10531" x="7437438" y="2728913"/>
          <p14:tracePt t="10542" x="7467600" y="2728913"/>
          <p14:tracePt t="10547" x="7497763" y="2728913"/>
          <p14:tracePt t="10566" x="7556500" y="2728913"/>
          <p14:tracePt t="10577" x="7570788" y="2728913"/>
          <p14:tracePt t="10582" x="7586663" y="2728913"/>
          <p14:tracePt t="10596" x="7645400" y="2743200"/>
          <p14:tracePt t="10609" x="7691438" y="2757488"/>
          <p14:tracePt t="10616" x="7705725" y="2757488"/>
          <p14:tracePt t="10628" x="7720013" y="2757488"/>
          <p14:tracePt t="10639" x="7750175" y="2773363"/>
          <p14:tracePt t="10649" x="7794625" y="2773363"/>
          <p14:tracePt t="10660" x="7824788" y="2773363"/>
          <p14:tracePt t="10666" x="7854950" y="2773363"/>
          <p14:tracePt t="10673" x="7869238" y="2773363"/>
          <p14:tracePt t="10683" x="7885113" y="2773363"/>
          <p14:tracePt t="10690" x="7913688" y="2787650"/>
          <p14:tracePt t="10696" x="7943850" y="2787650"/>
          <p14:tracePt t="10711" x="7959725" y="2787650"/>
          <p14:tracePt t="10728" x="7988300" y="2803525"/>
          <p14:tracePt t="10745" x="8018463" y="2803525"/>
          <p14:tracePt t="10757" x="8048625" y="2803525"/>
          <p14:tracePt t="10764" x="8062913" y="2817813"/>
          <p14:tracePt t="10778" x="8078788" y="2817813"/>
          <p14:tracePt t="10807" x="8093075" y="2832100"/>
          <p14:tracePt t="10817" x="8107363" y="2832100"/>
          <p14:tracePt t="10845" x="8123238" y="2832100"/>
          <p14:tracePt t="12967" x="7988300" y="2906713"/>
          <p14:tracePt t="12975" x="7780338" y="2981325"/>
          <p14:tracePt t="12990" x="7377113" y="3146425"/>
          <p14:tracePt t="13012" x="6826250" y="3398838"/>
          <p14:tracePt t="13018" x="6646863" y="3443288"/>
          <p14:tracePt t="13026" x="6483350" y="3548063"/>
          <p14:tracePt t="13032" x="6378575" y="3578225"/>
          <p14:tracePt t="13043" x="6259513" y="3622675"/>
          <p14:tracePt t="13046" x="6156325" y="3667125"/>
          <p14:tracePt t="13060" x="6051550" y="3727450"/>
          <p14:tracePt t="13063" x="5991225" y="3741738"/>
          <p14:tracePt t="13077" x="5932488" y="3786188"/>
          <p14:tracePt t="13083" x="5767388" y="3816350"/>
          <p14:tracePt t="13089" x="5694363" y="3832225"/>
          <p14:tracePt t="13107" x="5573713" y="3860800"/>
          <p14:tracePt t="13126" x="5365750" y="3906838"/>
          <p14:tracePt t="13141" x="5291138" y="3921125"/>
          <p14:tracePt t="13158" x="5216525" y="3921125"/>
          <p14:tracePt t="13173" x="5202238" y="3921125"/>
          <p14:tracePt t="13177" x="5186363" y="3921125"/>
          <p14:tracePt t="54705" x="5186363" y="3951288"/>
          <p14:tracePt t="54712" x="5202238" y="3995738"/>
          <p14:tracePt t="54719" x="5216525" y="4010025"/>
          <p14:tracePt t="54736" x="5230813" y="4025900"/>
          <p14:tracePt t="54763" x="5246688" y="4054475"/>
          <p14:tracePt t="54771" x="5276850" y="4070350"/>
          <p14:tracePt t="54779" x="5291138" y="4084638"/>
          <p14:tracePt t="54788" x="5321300" y="4100513"/>
          <p14:tracePt t="54795" x="5335588" y="4114800"/>
          <p14:tracePt t="54800" x="5365750" y="4144963"/>
          <p14:tracePt t="54808" x="5365750" y="4159250"/>
          <p14:tracePt t="54815" x="5395913" y="4175125"/>
          <p14:tracePt t="54826" x="5410200" y="4219575"/>
          <p14:tracePt t="54833" x="5470525" y="4233863"/>
          <p14:tracePt t="54840" x="5484813" y="4264025"/>
          <p14:tracePt t="54844" x="5514975" y="4278313"/>
          <p14:tracePt t="54853" x="5529263" y="4294188"/>
          <p14:tracePt t="54856" x="5559425" y="4322763"/>
          <p14:tracePt t="54873" x="5619750" y="4383088"/>
          <p14:tracePt t="54877" x="5648325" y="4443413"/>
          <p14:tracePt t="54895" x="5694363" y="4487863"/>
          <p14:tracePt t="54926" x="5783263" y="4621213"/>
          <p14:tracePt t="54948" x="5797550" y="4681538"/>
          <p14:tracePt t="54963" x="5797550" y="4695825"/>
          <p14:tracePt t="54995" x="5827713" y="4725988"/>
          <p14:tracePt t="55008" x="5857875" y="4756150"/>
          <p14:tracePt t="55022" x="5946775" y="4830763"/>
          <p14:tracePt t="55025" x="5991225" y="4875213"/>
          <p14:tracePt t="55035" x="6021388" y="4905375"/>
          <p14:tracePt t="55055" x="6140450" y="5038725"/>
          <p14:tracePt t="55062" x="6170613" y="5083175"/>
          <p14:tracePt t="55070" x="6200775" y="5113338"/>
          <p14:tracePt t="55078" x="6215063" y="5173663"/>
          <p14:tracePt t="55095" x="6303963" y="5278438"/>
          <p14:tracePt t="55106" x="6319838" y="5337175"/>
          <p14:tracePt t="55114" x="6334125" y="5367338"/>
          <p14:tracePt t="55125" x="6364288" y="5411788"/>
          <p14:tracePt t="55127" x="6378575" y="5456238"/>
          <p14:tracePt t="55139" x="6438900" y="5561013"/>
          <p14:tracePt t="55153" x="6453188" y="5605463"/>
          <p14:tracePt t="55170" x="6497638" y="5724525"/>
          <p14:tracePt t="55186" x="6513513" y="5754688"/>
          <p14:tracePt t="55204" x="6527800" y="5768975"/>
          <p14:tracePt t="55222" x="6527800" y="5799138"/>
          <p14:tracePt t="55228" x="6527800" y="5815013"/>
          <p14:tracePt t="55251" x="6557963" y="5829300"/>
          <p14:tracePt t="55265" x="6618288" y="5873750"/>
          <p14:tracePt t="55274" x="6646863" y="5903913"/>
          <p14:tracePt t="55297" x="6707188" y="5964238"/>
          <p14:tracePt t="55310" x="6751638" y="5978525"/>
          <p14:tracePt t="55328" x="6811963" y="6008688"/>
          <p14:tracePt t="55343" x="6840538" y="6037263"/>
          <p14:tracePt t="55359" x="6915150" y="6083300"/>
          <p14:tracePt t="55364" x="6945313" y="6097588"/>
          <p14:tracePt t="55380" x="6975475" y="6127750"/>
          <p14:tracePt t="55391" x="7034213" y="6142038"/>
          <p14:tracePt t="55395" x="7034213" y="6157913"/>
          <p14:tracePt t="55400" x="7064375" y="6157913"/>
          <p14:tracePt t="55413" x="7080250" y="6172200"/>
          <p14:tracePt t="55426" x="7108825" y="6186488"/>
          <p14:tracePt t="55445" x="7169150" y="6186488"/>
          <p14:tracePt t="55475" x="7213600" y="6202363"/>
          <p14:tracePt t="55502" x="7258050" y="6202363"/>
          <p14:tracePt t="55803" x="7377113" y="6186488"/>
          <p14:tracePt t="55816" x="7720013" y="6097588"/>
          <p14:tracePt t="55827" x="7839075" y="6083300"/>
          <p14:tracePt t="55833" x="7974013" y="6053138"/>
          <p14:tracePt t="55842" x="8034338" y="6037263"/>
          <p14:tracePt t="55847" x="8137525" y="6008688"/>
          <p14:tracePt t="55865" x="8286750" y="5992813"/>
          <p14:tracePt t="55873" x="8316913" y="5992813"/>
          <p14:tracePt t="55881" x="8347075" y="5978525"/>
          <p14:tracePt t="55890" x="8375650" y="5978525"/>
          <p14:tracePt t="55902" x="8421688" y="5978525"/>
          <p14:tracePt t="55910" x="8466138" y="5964238"/>
          <p14:tracePt t="55916" x="8496300" y="5964238"/>
          <p14:tracePt t="55927" x="8510588" y="5964238"/>
          <p14:tracePt t="55933" x="8585200" y="5964238"/>
          <p14:tracePt t="55941" x="8615363" y="5964238"/>
          <p14:tracePt t="55947" x="8643938" y="5964238"/>
          <p14:tracePt t="55954" x="8689975" y="5964238"/>
          <p14:tracePt t="55963" x="8734425" y="5964238"/>
          <p14:tracePt t="55971" x="8764588" y="5964238"/>
          <p14:tracePt t="55977" x="8809038" y="5978525"/>
          <p14:tracePt t="55983" x="8883650" y="5978525"/>
          <p14:tracePt t="55994" x="8912225" y="5978525"/>
          <p14:tracePt t="56001" x="8942388" y="5992813"/>
          <p14:tracePt t="56007" x="8972550" y="5992813"/>
          <p14:tracePt t="56011" x="9002713" y="6022975"/>
          <p14:tracePt t="56032" x="9121775" y="6037263"/>
          <p14:tracePt t="56042" x="9151938" y="6037263"/>
          <p14:tracePt t="56050" x="9210675" y="6053138"/>
          <p14:tracePt t="56062" x="9285288" y="6053138"/>
          <p14:tracePt t="56071" x="9315450" y="6067425"/>
          <p14:tracePt t="56082" x="9390063" y="6067425"/>
          <p14:tracePt t="56093" x="9420225" y="6083300"/>
          <p14:tracePt t="56103" x="9448800" y="6083300"/>
          <p14:tracePt t="56112" x="9523413" y="6097588"/>
          <p14:tracePt t="56130" x="9583738" y="6111875"/>
          <p14:tracePt t="56143" x="9628188" y="6127750"/>
          <p14:tracePt t="56156" x="9688513" y="6142038"/>
          <p14:tracePt t="56172" x="9732963" y="6157913"/>
          <p14:tracePt t="56192" x="9791700" y="6186488"/>
          <p14:tracePt t="56208" x="9807575" y="6186488"/>
          <p14:tracePt t="56214" x="9837738" y="6202363"/>
          <p14:tracePt t="56222" x="9852025" y="6216650"/>
          <p14:tracePt t="56230" x="9866313" y="6216650"/>
          <p14:tracePt t="56245" x="9866313" y="6232525"/>
          <p14:tracePt t="56248" x="9882188" y="6232525"/>
          <p14:tracePt t="56271" x="9896475" y="6232525"/>
          <p14:tracePt t="56285" x="9926638" y="6246813"/>
          <p14:tracePt t="56310" x="9940925" y="6246813"/>
          <p14:tracePt t="56361" x="9940925" y="6276975"/>
          <p14:tracePt t="56376" x="9940925" y="6307138"/>
          <p14:tracePt t="56382" x="9791700" y="6396038"/>
          <p14:tracePt t="56388" x="9658350" y="6484938"/>
          <p14:tracePt t="56401" x="9553575" y="6529388"/>
          <p14:tracePt t="56404" x="9375775" y="6575425"/>
          <p14:tracePt t="56424" x="8867775" y="6723063"/>
          <p14:tracePt t="56440" x="8480425" y="6769100"/>
          <p14:tracePt t="56449" x="8272463" y="6797675"/>
          <p14:tracePt t="56464" x="7854950" y="6827838"/>
          <p14:tracePt t="56470" x="7645400" y="6827838"/>
          <p14:tracePt t="56473" x="7423150" y="6843713"/>
          <p14:tracePt t="56484" x="7169150" y="6843713"/>
          <p14:tracePt t="56505" x="6707188" y="6843713"/>
          <p14:tracePt t="56511" x="6289675" y="6843713"/>
          <p14:tracePt t="56519" x="6110288" y="6813550"/>
          <p14:tracePt t="56527" x="5902325" y="6813550"/>
          <p14:tracePt t="56532" x="5694363" y="6797675"/>
          <p14:tracePt t="56553" x="5335588" y="6797675"/>
          <p14:tracePt t="56566" x="5037138" y="6769100"/>
          <p14:tracePt t="56580" x="4814888" y="6769100"/>
          <p14:tracePt t="56584" x="4724400" y="6769100"/>
          <p14:tracePt t="56591" x="4605338" y="6753225"/>
          <p14:tracePt t="56608" x="4381500" y="6753225"/>
          <p14:tracePt t="56622" x="4203700" y="6753225"/>
          <p14:tracePt t="56628" x="4113213" y="6753225"/>
          <p14:tracePt t="56639" x="3994150" y="6753225"/>
          <p14:tracePt t="56649" x="3860800" y="6753225"/>
          <p14:tracePt t="56659" x="3786188" y="6753225"/>
          <p14:tracePt t="56665" x="3695700" y="6753225"/>
          <p14:tracePt t="56671" x="3651250" y="6753225"/>
          <p14:tracePt t="56692" x="3457575" y="6753225"/>
          <p14:tracePt t="56698" x="3398838" y="6753225"/>
          <p14:tracePt t="56708" x="3308350" y="6753225"/>
          <p14:tracePt t="56714" x="3219450" y="6723063"/>
          <p14:tracePt t="56732" x="3055938" y="6723063"/>
          <p14:tracePt t="56740" x="2995613" y="6723063"/>
          <p14:tracePt t="56747" x="2921000" y="6694488"/>
          <p14:tracePt t="56766" x="2757488" y="6694488"/>
          <p14:tracePt t="56776" x="2713038" y="6678613"/>
          <p14:tracePt t="56782" x="2652713" y="6678613"/>
          <p14:tracePt t="56788" x="2608263" y="6678613"/>
          <p14:tracePt t="56795" x="2563813" y="6678613"/>
          <p14:tracePt t="56810" x="2489200" y="6678613"/>
          <p14:tracePt t="56814" x="2459038" y="6678613"/>
          <p14:tracePt t="56832" x="2384425" y="6664325"/>
          <p14:tracePt t="56840" x="2339975" y="6664325"/>
          <p14:tracePt t="56845" x="2309813" y="6664325"/>
          <p14:tracePt t="56861" x="2251075" y="6650038"/>
          <p14:tracePt t="56874" x="2176463" y="6650038"/>
          <p14:tracePt t="56894" x="2132013" y="6634163"/>
          <p14:tracePt t="56900" x="2101850" y="6634163"/>
          <p14:tracePt t="56913" x="2057400" y="6634163"/>
          <p14:tracePt t="56930" x="2041525" y="6634163"/>
          <p14:tracePt t="56951" x="2027238" y="6619875"/>
          <p14:tracePt t="56976" x="2011363" y="6619875"/>
          <p14:tracePt t="57023" x="1997075" y="6619875"/>
          <p14:tracePt t="57261" x="2011363" y="6619875"/>
          <p14:tracePt t="57268" x="2027238" y="6619875"/>
          <p14:tracePt t="57288" x="2085975" y="6619875"/>
          <p14:tracePt t="57296" x="2132013" y="6619875"/>
          <p14:tracePt t="57301" x="2146300" y="6619875"/>
          <p14:tracePt t="57317" x="2206625" y="6619875"/>
          <p14:tracePt t="57324" x="2220913" y="6634163"/>
          <p14:tracePt t="57340" x="2235200" y="6634163"/>
          <p14:tracePt t="57346" x="2251075" y="6634163"/>
          <p14:tracePt t="57370" x="2265363" y="6634163"/>
          <p14:tracePt t="57399" x="2279650" y="6634163"/>
          <p14:tracePt t="57427" x="2295525" y="6634163"/>
          <p14:tracePt t="57455" x="2309813" y="6634163"/>
          <p14:tracePt t="58281" x="2295525" y="6634163"/>
          <p14:tracePt t="58296" x="2251075" y="6619875"/>
          <p14:tracePt t="58312" x="2220913" y="6604000"/>
          <p14:tracePt t="58324" x="2190750" y="6589713"/>
          <p14:tracePt t="58345" x="2146300" y="6575425"/>
          <p14:tracePt t="58348" x="2132013" y="6575425"/>
          <p14:tracePt t="58360" x="2116138" y="6575425"/>
          <p14:tracePt t="58363" x="2116138" y="6559550"/>
          <p14:tracePt t="58383" x="2101850" y="6559550"/>
          <p14:tracePt t="58398" x="2085975" y="6559550"/>
          <p14:tracePt t="58422" x="2057400" y="6559550"/>
          <p14:tracePt t="58440" x="2041525" y="6545263"/>
          <p14:tracePt t="58467" x="2027238" y="6545263"/>
          <p14:tracePt t="58501" x="2011363" y="6515100"/>
          <p14:tracePt t="58524" x="2011363" y="6500813"/>
          <p14:tracePt t="58558" x="2011363" y="6484938"/>
          <p14:tracePt t="58574" x="1997075" y="6484938"/>
          <p14:tracePt t="58607" x="1982788" y="6484938"/>
          <p14:tracePt t="58639" x="1966913" y="6484938"/>
          <p14:tracePt t="58713" x="1982788" y="6470650"/>
          <p14:tracePt t="58726" x="2041525" y="6454775"/>
          <p14:tracePt t="58740" x="2116138" y="6440488"/>
          <p14:tracePt t="58746" x="2146300" y="6440488"/>
          <p14:tracePt t="58753" x="2176463" y="6440488"/>
          <p14:tracePt t="58760" x="2206625" y="6426200"/>
          <p14:tracePt t="58771" x="2251075" y="6426200"/>
          <p14:tracePt t="58781" x="2279650" y="6426200"/>
          <p14:tracePt t="58791" x="2309813" y="6426200"/>
          <p14:tracePt t="58807" x="2339975" y="6426200"/>
          <p14:tracePt t="58814" x="2354263" y="6426200"/>
          <p14:tracePt t="58827" x="2384425" y="6410325"/>
          <p14:tracePt t="58834" x="2414588" y="6410325"/>
          <p14:tracePt t="58841" x="2428875" y="6410325"/>
          <p14:tracePt t="58855" x="2444750" y="6410325"/>
          <p14:tracePt t="58873" x="2503488" y="6410325"/>
          <p14:tracePt t="58882" x="2547938" y="6410325"/>
          <p14:tracePt t="58903" x="2578100" y="6410325"/>
          <p14:tracePt t="58920" x="2713038" y="6410325"/>
          <p14:tracePt t="58937" x="2801938" y="6410325"/>
          <p14:tracePt t="58944" x="2846388" y="6410325"/>
          <p14:tracePt t="58953" x="2890838" y="6410325"/>
          <p14:tracePt t="58959" x="2965450" y="6410325"/>
          <p14:tracePt t="58962" x="3011488" y="6410325"/>
          <p14:tracePt t="58972" x="3055938" y="6410325"/>
          <p14:tracePt t="58989" x="3175000" y="6410325"/>
          <p14:tracePt t="59015" x="3324225" y="6410325"/>
          <p14:tracePt t="59023" x="3352800" y="6410325"/>
          <p14:tracePt t="59028" x="3382963" y="6410325"/>
          <p14:tracePt t="59040" x="3427413" y="6410325"/>
          <p14:tracePt t="59049" x="3443288" y="6410325"/>
          <p14:tracePt t="59065" x="3532188" y="6410325"/>
          <p14:tracePt t="59074" x="3548063" y="6410325"/>
          <p14:tracePt t="59080" x="3592513" y="6396038"/>
          <p14:tracePt t="59088" x="3621088" y="6396038"/>
          <p14:tracePt t="59094" x="3636963" y="6396038"/>
          <p14:tracePt t="59109" x="3681413" y="6396038"/>
          <p14:tracePt t="59123" x="3756025" y="6396038"/>
          <p14:tracePt t="59139" x="3800475" y="6396038"/>
          <p14:tracePt t="59153" x="3875088" y="6396038"/>
          <p14:tracePt t="59169" x="3935413" y="6396038"/>
          <p14:tracePt t="59186" x="4054475" y="6410325"/>
          <p14:tracePt t="59219" x="4232275" y="6426200"/>
          <p14:tracePt t="59235" x="4322763" y="6426200"/>
          <p14:tracePt t="59253" x="4411663" y="6440488"/>
          <p14:tracePt t="59269" x="4486275" y="6440488"/>
          <p14:tracePt t="59287" x="4546600" y="6454775"/>
          <p14:tracePt t="59290" x="4605338" y="6470650"/>
          <p14:tracePt t="59307" x="4679950" y="6484938"/>
          <p14:tracePt t="59312" x="4710113" y="6484938"/>
          <p14:tracePt t="59322" x="4740275" y="6484938"/>
          <p14:tracePt t="59327" x="4784725" y="6484938"/>
          <p14:tracePt t="59340" x="4843463" y="6500813"/>
          <p14:tracePt t="59351" x="4873625" y="6500813"/>
          <p14:tracePt t="59370" x="4962525" y="6515100"/>
          <p14:tracePt t="59386" x="5008563" y="6545263"/>
          <p14:tracePt t="59404" x="5053013" y="6545263"/>
          <p14:tracePt t="59422" x="5097463" y="6559550"/>
          <p14:tracePt t="59437" x="5127625" y="6559550"/>
          <p14:tracePt t="59456" x="5157788" y="6559550"/>
          <p14:tracePt t="59468" x="5172075" y="6559550"/>
          <p14:tracePt t="59487" x="5230813" y="6575425"/>
          <p14:tracePt t="59508" x="5246688" y="6575425"/>
          <p14:tracePt t="59526" x="5291138" y="6575425"/>
          <p14:tracePt t="59553" x="5321300" y="6575425"/>
          <p14:tracePt t="59571" x="5380038" y="6589713"/>
          <p14:tracePt t="59593" x="5410200" y="6589713"/>
          <p14:tracePt t="59608" x="5426075" y="6589713"/>
          <p14:tracePt t="61120" x="5470525" y="6380163"/>
          <p14:tracePt t="61128" x="5499100" y="6053138"/>
          <p14:tracePt t="61143" x="5678488" y="5054600"/>
          <p14:tracePt t="61157" x="5946775" y="3636963"/>
          <p14:tracePt t="61173" x="6215063" y="2043113"/>
          <p14:tracePt t="62681" x="3667125" y="879475"/>
          <p14:tracePt t="62696" x="2936875" y="2444750"/>
          <p14:tracePt t="62714" x="1892300" y="4233863"/>
          <p14:tracePt t="62739" x="909638" y="5367338"/>
          <p14:tracePt t="62754" x="342900" y="5889625"/>
          <p14:tracePt t="62763" x="30163" y="6127750"/>
        </p14:tracePtLst>
      </p14:laserTraceLst>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xmlns="" id="{9165109B-7036-4613-93D4-579E77F6EF3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88849F93-051B-40EF-83A0-307039411411}"/>
              </a:ext>
            </a:extLst>
          </p:cNvPr>
          <p:cNvSpPr>
            <a:spLocks noGrp="1"/>
          </p:cNvSpPr>
          <p:nvPr>
            <p:ph type="title"/>
          </p:nvPr>
        </p:nvSpPr>
        <p:spPr>
          <a:xfrm>
            <a:off x="761802" y="858982"/>
            <a:ext cx="3160341" cy="5152933"/>
          </a:xfrm>
        </p:spPr>
        <p:txBody>
          <a:bodyPr vert="horz" lIns="91440" tIns="45720" rIns="91440" bIns="45720" rtlCol="0" anchor="ctr">
            <a:normAutofit/>
          </a:bodyPr>
          <a:lstStyle/>
          <a:p>
            <a:r>
              <a:rPr lang="en-US" sz="3600" b="1" dirty="0">
                <a:solidFill>
                  <a:schemeClr val="tx2"/>
                </a:solidFill>
                <a:latin typeface="Aptos" panose="020B0004020202020204" pitchFamily="34" charset="0"/>
              </a:rPr>
              <a:t>Objectives</a:t>
            </a:r>
          </a:p>
        </p:txBody>
      </p:sp>
      <p:sp useBgFill="1">
        <p:nvSpPr>
          <p:cNvPr id="14" name="Rectangle 13">
            <a:extLst>
              <a:ext uri="{FF2B5EF4-FFF2-40B4-BE49-F238E27FC236}">
                <a16:creationId xmlns:a16="http://schemas.microsoft.com/office/drawing/2014/main" xmlns="" id="{43E8FEA2-54EE-4F84-B5DB-A055A7D805E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36707" y="0"/>
            <a:ext cx="7455294" cy="6858000"/>
          </a:xfrm>
          <a:prstGeom prst="rect">
            <a:avLst/>
          </a:prstGeom>
          <a:ln>
            <a:noFill/>
          </a:ln>
          <a:effectLst>
            <a:outerShdw blurRad="317500" dist="228600" dir="7980000" sx="92000" sy="92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xmlns="" id="{FAFE3C13-80A1-A75A-F301-660E9F3D1E87}"/>
              </a:ext>
            </a:extLst>
          </p:cNvPr>
          <p:cNvSpPr>
            <a:spLocks noGrp="1"/>
          </p:cNvSpPr>
          <p:nvPr>
            <p:ph type="ftr" sz="quarter" idx="11"/>
          </p:nvPr>
        </p:nvSpPr>
        <p:spPr>
          <a:xfrm>
            <a:off x="4038600" y="6356350"/>
            <a:ext cx="4114800" cy="365125"/>
          </a:xfrm>
        </p:spPr>
        <p:txBody>
          <a:bodyPr vert="horz" lIns="91440" tIns="45720" rIns="91440" bIns="45720" rtlCol="0" anchor="ctr">
            <a:normAutofit fontScale="47500" lnSpcReduction="20000"/>
          </a:bodyPr>
          <a:lstStyle/>
          <a:p>
            <a:pPr>
              <a:lnSpc>
                <a:spcPct val="90000"/>
              </a:lnSpc>
              <a:spcAft>
                <a:spcPts val="600"/>
              </a:spcAft>
            </a:pPr>
            <a:r>
              <a:rPr lang="en-US" sz="300" kern="1200">
                <a:solidFill>
                  <a:schemeClr val="tx1"/>
                </a:solidFill>
                <a:latin typeface="+mn-lt"/>
                <a:ea typeface="+mn-ea"/>
                <a:cs typeface="+mn-cs"/>
              </a:rPr>
              <a:t>List out your five objectives</a:t>
            </a:r>
          </a:p>
          <a:p>
            <a:pPr>
              <a:lnSpc>
                <a:spcPct val="90000"/>
              </a:lnSpc>
              <a:spcAft>
                <a:spcPts val="600"/>
              </a:spcAft>
            </a:pPr>
            <a:r>
              <a:rPr lang="en-US" sz="300" kern="1200">
                <a:solidFill>
                  <a:schemeClr val="tx1"/>
                </a:solidFill>
                <a:latin typeface="+mn-lt"/>
                <a:ea typeface="+mn-ea"/>
                <a:cs typeface="+mn-cs"/>
              </a:rPr>
              <a:t>Explain through your objectives</a:t>
            </a:r>
          </a:p>
          <a:p>
            <a:pPr>
              <a:lnSpc>
                <a:spcPct val="90000"/>
              </a:lnSpc>
              <a:spcAft>
                <a:spcPts val="600"/>
              </a:spcAft>
            </a:pPr>
            <a:r>
              <a:rPr lang="en-US" sz="300" kern="1200">
                <a:solidFill>
                  <a:schemeClr val="tx1"/>
                </a:solidFill>
                <a:latin typeface="+mn-lt"/>
                <a:ea typeface="+mn-ea"/>
                <a:cs typeface="+mn-cs"/>
              </a:rPr>
              <a:t>Ensure you put in the corrected SMART objectives</a:t>
            </a:r>
          </a:p>
          <a:p>
            <a:pPr>
              <a:lnSpc>
                <a:spcPct val="90000"/>
              </a:lnSpc>
              <a:spcAft>
                <a:spcPts val="600"/>
              </a:spcAft>
            </a:pPr>
            <a:endParaRPr lang="en-US" sz="300" kern="1200">
              <a:solidFill>
                <a:schemeClr val="tx1"/>
              </a:solidFill>
              <a:latin typeface="+mn-lt"/>
              <a:ea typeface="+mn-ea"/>
              <a:cs typeface="+mn-cs"/>
            </a:endParaRPr>
          </a:p>
        </p:txBody>
      </p:sp>
      <p:graphicFrame>
        <p:nvGraphicFramePr>
          <p:cNvPr id="8" name="TextBox 5">
            <a:extLst>
              <a:ext uri="{FF2B5EF4-FFF2-40B4-BE49-F238E27FC236}">
                <a16:creationId xmlns:a16="http://schemas.microsoft.com/office/drawing/2014/main" xmlns="" id="{8D8D8795-7484-21ED-C1ED-DCCEAC102C76}"/>
              </a:ext>
            </a:extLst>
          </p:cNvPr>
          <p:cNvGraphicFramePr/>
          <p:nvPr>
            <p:extLst>
              <p:ext uri="{D42A27DB-BD31-4B8C-83A1-F6EECF244321}">
                <p14:modId xmlns:p14="http://schemas.microsoft.com/office/powerpoint/2010/main" val="765942071"/>
              </p:ext>
            </p:extLst>
          </p:nvPr>
        </p:nvGraphicFramePr>
        <p:xfrm>
          <a:off x="5368169" y="601324"/>
          <a:ext cx="5849557" cy="56185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60381155"/>
      </p:ext>
    </p:extLst>
  </p:cSld>
  <p:clrMapOvr>
    <a:masterClrMapping/>
  </p:clrMapOvr>
  <mc:AlternateContent xmlns:mc="http://schemas.openxmlformats.org/markup-compatibility/2006" xmlns:p14="http://schemas.microsoft.com/office/powerpoint/2010/main">
    <mc:Choice Requires="p14">
      <p:transition spd="slow" p14:dur="2000" advTm="42013"/>
    </mc:Choice>
    <mc:Fallback xmlns="">
      <p:transition spd="slow" advTm="42013"/>
    </mc:Fallback>
  </mc:AlternateContent>
  <p:extLst>
    <p:ext uri="{3A86A75C-4F4B-4683-9AE1-C65F6400EC91}">
      <p14:laserTraceLst xmlns:p14="http://schemas.microsoft.com/office/powerpoint/2010/main">
        <p14:tracePtLst>
          <p14:tracePt t="248" x="342900" y="4949825"/>
          <p14:tracePt t="271" x="700088" y="4830763"/>
          <p14:tracePt t="288" x="954088" y="4770438"/>
          <p14:tracePt t="299" x="1103313" y="4756150"/>
          <p14:tracePt t="305" x="1162050" y="4756150"/>
          <p14:tracePt t="314" x="1222375" y="4740275"/>
          <p14:tracePt t="322" x="1252538" y="4740275"/>
          <p14:tracePt t="332" x="1341438" y="4711700"/>
          <p14:tracePt t="355" x="1416050" y="4695825"/>
          <p14:tracePt t="364" x="1474788" y="4695825"/>
          <p14:tracePt t="379" x="1535113" y="4681538"/>
          <p14:tracePt t="388" x="1579563" y="4681538"/>
          <p14:tracePt t="401" x="1684338" y="4665663"/>
          <p14:tracePt t="408" x="1728788" y="4651375"/>
          <p14:tracePt t="419" x="1817688" y="4621213"/>
          <p14:tracePt t="423" x="1863725" y="4606925"/>
          <p14:tracePt t="441" x="2085975" y="4518025"/>
          <p14:tracePt t="449" x="2176463" y="4502150"/>
          <p14:tracePt t="466" x="2279650" y="4457700"/>
          <p14:tracePt t="482" x="2400300" y="4427538"/>
          <p14:tracePt t="500" x="2563813" y="4368800"/>
          <p14:tracePt t="514" x="2697163" y="4322763"/>
          <p14:tracePt t="530" x="2801938" y="4294188"/>
          <p14:tracePt t="551" x="2965450" y="4278313"/>
          <p14:tracePt t="557" x="3011488" y="4278313"/>
          <p14:tracePt t="577" x="3070225" y="4278313"/>
          <p14:tracePt t="589" x="3144838" y="4278313"/>
          <p14:tracePt t="594" x="3189288" y="4278313"/>
          <p14:tracePt t="602" x="3205163" y="4278313"/>
          <p14:tracePt t="620" x="3263900" y="4278313"/>
          <p14:tracePt t="640" x="3352800" y="4264025"/>
          <p14:tracePt t="663" x="3398838" y="4264025"/>
          <p14:tracePt t="668" x="3413125" y="4264025"/>
          <p14:tracePt t="673" x="3457575" y="4264025"/>
          <p14:tracePt t="681" x="3473450" y="4264025"/>
          <p14:tracePt t="694" x="3487738" y="4264025"/>
          <p14:tracePt t="704" x="3517900" y="4249738"/>
          <p14:tracePt t="714" x="3532188" y="4249738"/>
          <p14:tracePt t="732" x="3562350" y="4249738"/>
          <p14:tracePt t="750" x="3592513" y="4249738"/>
          <p14:tracePt t="3854" x="3725863" y="4129088"/>
          <p14:tracePt t="3876" x="4157663" y="3757613"/>
          <p14:tracePt t="3881" x="4575175" y="3443288"/>
          <p14:tracePt t="3901" x="4933950" y="3146425"/>
          <p14:tracePt t="3915" x="5291138" y="2906713"/>
          <p14:tracePt t="3923" x="5559425" y="2728913"/>
          <p14:tracePt t="3934" x="5634038" y="2698750"/>
          <p14:tracePt t="3945" x="5767388" y="2624138"/>
          <p14:tracePt t="3955" x="5888038" y="2549525"/>
          <p14:tracePt t="3967" x="5962650" y="2505075"/>
          <p14:tracePt t="3973" x="6007100" y="2474913"/>
          <p14:tracePt t="3982" x="6065838" y="2444750"/>
          <p14:tracePt t="3986" x="6140450" y="2386013"/>
          <p14:tracePt t="3999" x="6215063" y="2311400"/>
          <p14:tracePt t="4021" x="6334125" y="2206625"/>
          <p14:tracePt t="4036" x="6394450" y="2162175"/>
          <p14:tracePt t="4063" x="6557963" y="2027238"/>
          <p14:tracePt t="4079" x="6662738" y="1968500"/>
          <p14:tracePt t="4098" x="6796088" y="1863725"/>
          <p14:tracePt t="4105" x="6840538" y="1833563"/>
          <p14:tracePt t="4130" x="6975475" y="1744663"/>
          <p14:tracePt t="4135" x="7005638" y="1714500"/>
          <p14:tracePt t="4153" x="7108825" y="1654175"/>
          <p14:tracePt t="4171" x="7258050" y="1565275"/>
          <p14:tracePt t="4188" x="7362825" y="1535113"/>
          <p14:tracePt t="4203" x="7451725" y="1520825"/>
          <p14:tracePt t="4214" x="7512050" y="1506538"/>
          <p14:tracePt t="4223" x="7586663" y="1506538"/>
          <p14:tracePt t="4236" x="7616825" y="1506538"/>
          <p14:tracePt t="4247" x="7645400" y="1506538"/>
          <p14:tracePt t="4267" x="7661275" y="1506538"/>
          <p14:tracePt t="4282" x="7675563" y="1506538"/>
          <p14:tracePt t="4313" x="7705725" y="1506538"/>
          <p14:tracePt t="4347" x="7720013" y="1506538"/>
          <p14:tracePt t="4382" x="7735888" y="1490663"/>
          <p14:tracePt t="4402" x="7750175" y="1490663"/>
          <p14:tracePt t="4419" x="7766050" y="1476375"/>
          <p14:tracePt t="4434" x="7780338" y="1476375"/>
          <p14:tracePt t="4451" x="7794625" y="1460500"/>
          <p14:tracePt t="4456" x="7810500" y="1460500"/>
          <p14:tracePt t="4478" x="7824788" y="1460500"/>
          <p14:tracePt t="4483" x="7854950" y="1460500"/>
          <p14:tracePt t="5205" x="7988300" y="1431925"/>
          <p14:tracePt t="5218" x="8212138" y="1416050"/>
          <p14:tracePt t="5230" x="8405813" y="1401763"/>
          <p14:tracePt t="5245" x="8524875" y="1401763"/>
          <p14:tracePt t="5262" x="8555038" y="1401763"/>
          <p14:tracePt t="5277" x="8615363" y="1401763"/>
          <p14:tracePt t="5310" x="8659813" y="1401763"/>
          <p14:tracePt t="5314" x="8674100" y="1401763"/>
          <p14:tracePt t="5326" x="8704263" y="1401763"/>
          <p14:tracePt t="5360" x="8793163" y="1385888"/>
          <p14:tracePt t="5377" x="8853488" y="1371600"/>
          <p14:tracePt t="5398" x="8958263" y="1371600"/>
          <p14:tracePt t="5403" x="9002713" y="1357313"/>
          <p14:tracePt t="5414" x="9032875" y="1357313"/>
          <p14:tracePt t="5430" x="9121775" y="1341438"/>
          <p14:tracePt t="5445" x="9196388" y="1341438"/>
          <p14:tracePt t="5462" x="9240838" y="1341438"/>
          <p14:tracePt t="5469" x="9285288" y="1327150"/>
          <p14:tracePt t="5484" x="9345613" y="1327150"/>
          <p14:tracePt t="5498" x="9375775" y="1327150"/>
          <p14:tracePt t="5514" x="9404350" y="1327150"/>
          <p14:tracePt t="5535" x="9420225" y="1327150"/>
          <p14:tracePt t="5544" x="9434513" y="1296988"/>
          <p14:tracePt t="5559" x="9464675" y="1296988"/>
          <p14:tracePt t="5581" x="9509125" y="1282700"/>
          <p14:tracePt t="5618" x="9553575" y="1266825"/>
          <p14:tracePt t="5636" x="9569450" y="1266825"/>
          <p14:tracePt t="5654" x="9598025" y="1266825"/>
          <p14:tracePt t="5665" x="9628188" y="1252538"/>
          <p14:tracePt t="6618" x="9553575" y="1282700"/>
          <p14:tracePt t="6632" x="9359900" y="1341438"/>
          <p14:tracePt t="6641" x="9226550" y="1371600"/>
          <p14:tracePt t="6647" x="9166225" y="1401763"/>
          <p14:tracePt t="6652" x="9061450" y="1431925"/>
          <p14:tracePt t="6666" x="8928100" y="1490663"/>
          <p14:tracePt t="6684" x="8823325" y="1520825"/>
          <p14:tracePt t="6687" x="8764588" y="1535113"/>
          <p14:tracePt t="6702" x="8704263" y="1550988"/>
          <p14:tracePt t="6717" x="8615363" y="1609725"/>
          <p14:tracePt t="6735" x="8466138" y="1639888"/>
          <p14:tracePt t="6738" x="8435975" y="1654175"/>
          <p14:tracePt t="6747" x="8391525" y="1670050"/>
          <p14:tracePt t="6761" x="8316913" y="1684338"/>
          <p14:tracePt t="6780" x="8256588" y="1700213"/>
          <p14:tracePt t="6786" x="8212138" y="1714500"/>
          <p14:tracePt t="6793" x="8197850" y="1714500"/>
          <p14:tracePt t="6801" x="8167688" y="1714500"/>
          <p14:tracePt t="6805" x="8153400" y="1714500"/>
          <p14:tracePt t="6815" x="8137525" y="1728788"/>
          <p14:tracePt t="6828" x="8107363" y="1728788"/>
          <p14:tracePt t="6843" x="8078788" y="1728788"/>
          <p14:tracePt t="6863" x="8034338" y="1758950"/>
          <p14:tracePt t="6870" x="8018463" y="1758950"/>
          <p14:tracePt t="6886" x="8004175" y="1774825"/>
          <p14:tracePt t="6906" x="7943850" y="1774825"/>
          <p14:tracePt t="6923" x="7913688" y="1789113"/>
          <p14:tracePt t="6936" x="7869238" y="1803400"/>
          <p14:tracePt t="6944" x="7839075" y="1803400"/>
          <p14:tracePt t="6952" x="7824788" y="1803400"/>
          <p14:tracePt t="6956" x="7794625" y="1819275"/>
          <p14:tracePt t="6965" x="7780338" y="1819275"/>
          <p14:tracePt t="6970" x="7750175" y="1833563"/>
          <p14:tracePt t="6981" x="7720013" y="1833563"/>
          <p14:tracePt t="6985" x="7691438" y="1833563"/>
          <p14:tracePt t="7004" x="7616825" y="1849438"/>
          <p14:tracePt t="7024" x="7542213" y="1849438"/>
          <p14:tracePt t="7032" x="7497763" y="1849438"/>
          <p14:tracePt t="7037" x="7481888" y="1849438"/>
          <p14:tracePt t="7045" x="7467600" y="1849438"/>
          <p14:tracePt t="7052" x="7437438" y="1849438"/>
          <p14:tracePt t="7066" x="7423150" y="1849438"/>
          <p14:tracePt t="7072" x="7377113" y="1849438"/>
          <p14:tracePt t="7105" x="7348538" y="1849438"/>
          <p14:tracePt t="7119" x="7318375" y="1849438"/>
          <p14:tracePt t="7145" x="7302500" y="1849438"/>
          <p14:tracePt t="7157" x="7288213" y="1849438"/>
          <p14:tracePt t="7171" x="7273925" y="1849438"/>
          <p14:tracePt t="7196" x="7243763" y="1849438"/>
          <p14:tracePt t="7216" x="7229475" y="1849438"/>
          <p14:tracePt t="7241" x="7213600" y="1849438"/>
          <p14:tracePt t="7263" x="7199313" y="1849438"/>
          <p14:tracePt t="7298" x="7183438" y="1849438"/>
          <p14:tracePt t="7331" x="7169150" y="1849438"/>
          <p14:tracePt t="7446" x="7169150" y="1833563"/>
          <p14:tracePt t="7527" x="7169150" y="1819275"/>
          <p14:tracePt t="7563" x="7199313" y="1803400"/>
          <p14:tracePt t="7581" x="7273925" y="1789113"/>
          <p14:tracePt t="7599" x="7362825" y="1774825"/>
          <p14:tracePt t="7614" x="7467600" y="1744663"/>
          <p14:tracePt t="7627" x="7512050" y="1744663"/>
          <p14:tracePt t="7632" x="7556500" y="1744663"/>
          <p14:tracePt t="7649" x="7631113" y="1728788"/>
          <p14:tracePt t="7660" x="7691438" y="1728788"/>
          <p14:tracePt t="7684" x="7750175" y="1714500"/>
          <p14:tracePt t="7704" x="7794625" y="1714500"/>
          <p14:tracePt t="7714" x="7810500" y="1700213"/>
          <p14:tracePt t="7728" x="7824788" y="1700213"/>
          <p14:tracePt t="7743" x="7869238" y="1700213"/>
          <p14:tracePt t="7763" x="7885113" y="1700213"/>
          <p14:tracePt t="7768" x="7899400" y="1700213"/>
          <p14:tracePt t="7784" x="7929563" y="1700213"/>
          <p14:tracePt t="7799" x="7988300" y="1684338"/>
          <p14:tracePt t="7810" x="8004175" y="1684338"/>
          <p14:tracePt t="7822" x="8018463" y="1684338"/>
          <p14:tracePt t="7829" x="8048625" y="1684338"/>
          <p14:tracePt t="7834" x="8062913" y="1684338"/>
          <p14:tracePt t="7850" x="8093075" y="1684338"/>
          <p14:tracePt t="7857" x="8123238" y="1684338"/>
          <p14:tracePt t="7864" x="8137525" y="1684338"/>
          <p14:tracePt t="7883" x="8167688" y="1684338"/>
          <p14:tracePt t="7900" x="8197850" y="1684338"/>
          <p14:tracePt t="7908" x="8212138" y="1684338"/>
          <p14:tracePt t="7923" x="8256588" y="1684338"/>
          <p14:tracePt t="7938" x="8272463" y="1684338"/>
          <p14:tracePt t="7944" x="8286750" y="1684338"/>
          <p14:tracePt t="7961" x="8302625" y="1684338"/>
          <p14:tracePt t="7965" x="8316913" y="1684338"/>
          <p14:tracePt t="7981" x="8331200" y="1684338"/>
          <p14:tracePt t="7995" x="8361363" y="1670050"/>
          <p14:tracePt t="8010" x="8391525" y="1670050"/>
          <p14:tracePt t="8027" x="8405813" y="1670050"/>
          <p14:tracePt t="8047" x="8435975" y="1670050"/>
          <p14:tracePt t="8066" x="8450263" y="1654175"/>
          <p14:tracePt t="8070" x="8466138" y="1654175"/>
          <p14:tracePt t="8087" x="8480425" y="1654175"/>
          <p14:tracePt t="8096" x="8496300" y="1654175"/>
          <p14:tracePt t="8111" x="8524875" y="1654175"/>
          <p14:tracePt t="8126" x="8540750" y="1654175"/>
          <p14:tracePt t="8147" x="8570913" y="1654175"/>
          <p14:tracePt t="8166" x="8570913" y="1639888"/>
          <p14:tracePt t="8186" x="8585200" y="1639888"/>
          <p14:tracePt t="8198" x="8585200" y="1625600"/>
          <p14:tracePt t="8217" x="8615363" y="1625600"/>
          <p14:tracePt t="8245" x="8674100" y="1609725"/>
          <p14:tracePt t="8264" x="8674100" y="1595438"/>
          <p14:tracePt t="8272" x="8689975" y="1595438"/>
          <p14:tracePt t="8286" x="8718550" y="1579563"/>
          <p14:tracePt t="8307" x="8734425" y="1579563"/>
          <p14:tracePt t="8321" x="8748713" y="1565275"/>
          <p14:tracePt t="8336" x="8764588" y="1565275"/>
          <p14:tracePt t="8385" x="8793163" y="1550988"/>
          <p14:tracePt t="8400" x="8809038" y="1550988"/>
          <p14:tracePt t="8423" x="8823325" y="1550988"/>
          <p14:tracePt t="8430" x="8839200" y="1550988"/>
          <p14:tracePt t="8454" x="8853488" y="1550988"/>
          <p14:tracePt t="8466" x="8853488" y="1535113"/>
          <p14:tracePt t="8496" x="8867775" y="1535113"/>
          <p14:tracePt t="8513" x="8883650" y="1535113"/>
          <p14:tracePt t="8539" x="8897938" y="1535113"/>
          <p14:tracePt t="8564" x="8928100" y="1535113"/>
          <p14:tracePt t="8580" x="8942388" y="1535113"/>
          <p14:tracePt t="8589" x="8942388" y="1520825"/>
          <p14:tracePt t="8604" x="8958263" y="1520825"/>
          <p14:tracePt t="8629" x="8972550" y="1520825"/>
          <p14:tracePt t="8650" x="8986838" y="1520825"/>
          <p14:tracePt t="8660" x="9002713" y="1520825"/>
          <p14:tracePt t="8679" x="9017000" y="1520825"/>
          <p14:tracePt t="10329" x="8972550" y="1565275"/>
          <p14:tracePt t="10336" x="8912225" y="1639888"/>
          <p14:tracePt t="10347" x="8793163" y="1744663"/>
          <p14:tracePt t="10354" x="8748713" y="1803400"/>
          <p14:tracePt t="10362" x="8689975" y="1849438"/>
          <p14:tracePt t="10386" x="8555038" y="1997075"/>
          <p14:tracePt t="10399" x="8450263" y="2087563"/>
          <p14:tracePt t="10407" x="8421688" y="2101850"/>
          <p14:tracePt t="10422" x="8375650" y="2132013"/>
          <p14:tracePt t="10439" x="8286750" y="2176463"/>
          <p14:tracePt t="10448" x="8228013" y="2220913"/>
          <p14:tracePt t="10457" x="8197850" y="2236788"/>
          <p14:tracePt t="10475" x="8123238" y="2265363"/>
          <p14:tracePt t="10486" x="8062913" y="2281238"/>
          <p14:tracePt t="10499" x="7988300" y="2311400"/>
          <p14:tracePt t="10506" x="7943850" y="2325688"/>
          <p14:tracePt t="10515" x="7913688" y="2339975"/>
          <p14:tracePt t="10520" x="7913688" y="2355850"/>
          <p14:tracePt t="10540" x="7810500" y="2400300"/>
          <p14:tracePt t="10565" x="7766050" y="2414588"/>
          <p14:tracePt t="10579" x="7735888" y="2430463"/>
          <p14:tracePt t="10582" x="7720013" y="2444750"/>
          <p14:tracePt t="10600" x="7691438" y="2460625"/>
          <p14:tracePt t="10607" x="7675563" y="2460625"/>
          <p14:tracePt t="10629" x="7645400" y="2474913"/>
          <p14:tracePt t="10635" x="7631113" y="2474913"/>
          <p14:tracePt t="10651" x="7600950" y="2489200"/>
          <p14:tracePt t="10664" x="7600950" y="2519363"/>
          <p14:tracePt t="10677" x="7570788" y="2535238"/>
          <p14:tracePt t="10712" x="7512050" y="2563813"/>
          <p14:tracePt t="10733" x="7497763" y="2579688"/>
          <p14:tracePt t="10759" x="7481888" y="2593975"/>
          <p14:tracePt t="10767" x="7467600" y="2593975"/>
          <p14:tracePt t="11609" x="7497763" y="2593975"/>
          <p14:tracePt t="11624" x="7631113" y="2624138"/>
          <p14:tracePt t="11651" x="7780338" y="2638425"/>
          <p14:tracePt t="11668" x="7885113" y="2654300"/>
          <p14:tracePt t="11678" x="7929563" y="2654300"/>
          <p14:tracePt t="11687" x="7974013" y="2668588"/>
          <p14:tracePt t="11702" x="7988300" y="2668588"/>
          <p14:tracePt t="11712" x="8004175" y="2668588"/>
          <p14:tracePt t="11717" x="8018463" y="2668588"/>
          <p14:tracePt t="11724" x="8048625" y="2668588"/>
          <p14:tracePt t="11746" x="8093075" y="2668588"/>
          <p14:tracePt t="11752" x="8137525" y="2668588"/>
          <p14:tracePt t="11759" x="8153400" y="2668588"/>
          <p14:tracePt t="11783" x="8242300" y="2668588"/>
          <p14:tracePt t="11799" x="8272463" y="2668588"/>
          <p14:tracePt t="11802" x="8302625" y="2668588"/>
          <p14:tracePt t="11819" x="8361363" y="2668588"/>
          <p14:tracePt t="11834" x="8405813" y="2668588"/>
          <p14:tracePt t="11844" x="8421688" y="2668588"/>
          <p14:tracePt t="11854" x="8435975" y="2668588"/>
          <p14:tracePt t="11863" x="8450263" y="2668588"/>
          <p14:tracePt t="11872" x="8466138" y="2668588"/>
          <p14:tracePt t="11882" x="8480425" y="2668588"/>
          <p14:tracePt t="11901" x="8510588" y="2668588"/>
          <p14:tracePt t="11914" x="8524875" y="2668588"/>
          <p14:tracePt t="11932" x="8540750" y="2668588"/>
          <p14:tracePt t="11948" x="8555038" y="2668588"/>
          <p14:tracePt t="11972" x="8570913" y="2668588"/>
          <p14:tracePt t="14156" x="8555038" y="2698750"/>
          <p14:tracePt t="14170" x="8480425" y="2728913"/>
          <p14:tracePt t="14181" x="8421688" y="2743200"/>
          <p14:tracePt t="14185" x="8375650" y="2757488"/>
          <p14:tracePt t="14190" x="8347075" y="2773363"/>
          <p14:tracePt t="14196" x="8302625" y="2787650"/>
          <p14:tracePt t="14206" x="8242300" y="2817813"/>
          <p14:tracePt t="14229" x="8137525" y="2832100"/>
          <p14:tracePt t="14234" x="8078788" y="2847975"/>
          <p14:tracePt t="14248" x="8034338" y="2847975"/>
          <p14:tracePt t="14254" x="8004175" y="2847975"/>
          <p14:tracePt t="14269" x="7988300" y="2847975"/>
          <p14:tracePt t="14279" x="7929563" y="2847975"/>
          <p14:tracePt t="14284" x="7913688" y="2847975"/>
          <p14:tracePt t="14299" x="7899400" y="2847975"/>
          <p14:tracePt t="14313" x="7885113" y="2847975"/>
          <p14:tracePt t="14329" x="7869238" y="2847975"/>
          <p14:tracePt t="14334" x="7824788" y="2847975"/>
          <p14:tracePt t="14351" x="7794625" y="2862263"/>
          <p14:tracePt t="14362" x="7780338" y="2862263"/>
          <p14:tracePt t="14371" x="7750175" y="2862263"/>
          <p14:tracePt t="14385" x="7735888" y="2862263"/>
          <p14:tracePt t="14400" x="7705725" y="2878138"/>
          <p14:tracePt t="14419" x="7645400" y="2878138"/>
          <p14:tracePt t="14423" x="7631113" y="2878138"/>
          <p14:tracePt t="14440" x="7616825" y="2878138"/>
          <p14:tracePt t="14446" x="7600950" y="2878138"/>
          <p14:tracePt t="14453" x="7586663" y="2878138"/>
          <p14:tracePt t="14464" x="7570788" y="2878138"/>
          <p14:tracePt t="14472" x="7542213" y="2878138"/>
          <p14:tracePt t="14486" x="7526338" y="2878138"/>
          <p14:tracePt t="14497" x="7512050" y="2878138"/>
          <p14:tracePt t="14513" x="7481888" y="2878138"/>
          <p14:tracePt t="14519" x="7467600" y="2878138"/>
          <p14:tracePt t="14538" x="7451725" y="2878138"/>
          <p14:tracePt t="14555" x="7423150" y="2878138"/>
          <p14:tracePt t="14573" x="7407275" y="2878138"/>
          <p14:tracePt t="14587" x="7392988" y="2878138"/>
          <p14:tracePt t="14602" x="7377113" y="2878138"/>
          <p14:tracePt t="14628" x="7362825" y="2878138"/>
          <p14:tracePt t="14663" x="7348538" y="2878138"/>
          <p14:tracePt t="16106" x="7377113" y="2878138"/>
          <p14:tracePt t="16117" x="7437438" y="2892425"/>
          <p14:tracePt t="16120" x="7497763" y="2892425"/>
          <p14:tracePt t="16128" x="7542213" y="2892425"/>
          <p14:tracePt t="16135" x="7570788" y="2892425"/>
          <p14:tracePt t="16151" x="7675563" y="2906713"/>
          <p14:tracePt t="16164" x="7735888" y="2906713"/>
          <p14:tracePt t="16178" x="7810500" y="2936875"/>
          <p14:tracePt t="16186" x="7839075" y="2936875"/>
          <p14:tracePt t="16203" x="7869238" y="2936875"/>
          <p14:tracePt t="16214" x="7913688" y="2951163"/>
          <p14:tracePt t="16231" x="7974013" y="2951163"/>
          <p14:tracePt t="16248" x="8018463" y="2951163"/>
          <p14:tracePt t="16267" x="8093075" y="2951163"/>
          <p14:tracePt t="16288" x="8153400" y="2951163"/>
          <p14:tracePt t="16311" x="8197850" y="2951163"/>
          <p14:tracePt t="16315" x="8242300" y="2951163"/>
          <p14:tracePt t="16331" x="8272463" y="2951163"/>
          <p14:tracePt t="16337" x="8286750" y="2951163"/>
          <p14:tracePt t="16344" x="8302625" y="2951163"/>
          <p14:tracePt t="16353" x="8316913" y="2951163"/>
          <p14:tracePt t="16359" x="8331200" y="2951163"/>
          <p14:tracePt t="16365" x="8361363" y="2951163"/>
          <p14:tracePt t="16371" x="8391525" y="2936875"/>
          <p14:tracePt t="16382" x="8405813" y="2936875"/>
          <p14:tracePt t="16393" x="8435975" y="2936875"/>
          <p14:tracePt t="16427" x="8496300" y="2936875"/>
          <p14:tracePt t="16447" x="8540750" y="2936875"/>
          <p14:tracePt t="16469" x="8585200" y="2922588"/>
          <p14:tracePt t="16494" x="8643938" y="2922588"/>
          <p14:tracePt t="16499" x="8659813" y="2922588"/>
          <p14:tracePt t="16515" x="8674100" y="2906713"/>
          <p14:tracePt t="16535" x="8704263" y="2906713"/>
          <p14:tracePt t="16544" x="8718550" y="2906713"/>
          <p14:tracePt t="16563" x="8778875" y="2906713"/>
          <p14:tracePt t="16579" x="8793163" y="2906713"/>
          <p14:tracePt t="16595" x="8809038" y="2906713"/>
          <p14:tracePt t="16614" x="8853488" y="2906713"/>
          <p14:tracePt t="16621" x="8867775" y="2906713"/>
          <p14:tracePt t="16630" x="8912225" y="2906713"/>
          <p14:tracePt t="16646" x="8928100" y="2922588"/>
          <p14:tracePt t="16652" x="8942388" y="2922588"/>
          <p14:tracePt t="16660" x="8958263" y="2922588"/>
          <p14:tracePt t="16663" x="8972550" y="2922588"/>
          <p14:tracePt t="16672" x="9002713" y="2922588"/>
          <p14:tracePt t="16680" x="9017000" y="2922588"/>
          <p14:tracePt t="16695" x="9047163" y="2936875"/>
          <p14:tracePt t="16714" x="9107488" y="2936875"/>
          <p14:tracePt t="16729" x="9121775" y="2936875"/>
          <p14:tracePt t="16753" x="9196388" y="2936875"/>
          <p14:tracePt t="16760" x="9210675" y="2936875"/>
          <p14:tracePt t="16765" x="9226550" y="2936875"/>
          <p14:tracePt t="16779" x="9240838" y="2936875"/>
          <p14:tracePt t="16794" x="9255125" y="2936875"/>
          <p14:tracePt t="16799" x="9271000" y="2936875"/>
          <p14:tracePt t="16816" x="9315450" y="2936875"/>
          <p14:tracePt t="16830" x="9345613" y="2936875"/>
          <p14:tracePt t="16851" x="9359900" y="2936875"/>
          <p14:tracePt t="16864" x="9375775" y="2936875"/>
          <p14:tracePt t="16870" x="9390063" y="2936875"/>
          <p14:tracePt t="16877" x="9404350" y="2936875"/>
          <p14:tracePt t="16893" x="9434513" y="2936875"/>
          <p14:tracePt t="16901" x="9448800" y="2936875"/>
          <p14:tracePt t="16911" x="9464675" y="2936875"/>
          <p14:tracePt t="16927" x="9478963" y="2951163"/>
          <p14:tracePt t="16963" x="9523413" y="2951163"/>
          <p14:tracePt t="16978" x="9553575" y="2951163"/>
          <p14:tracePt t="16997" x="9583738" y="2951163"/>
          <p14:tracePt t="17002" x="9598025" y="2951163"/>
          <p14:tracePt t="17022" x="9613900" y="2951163"/>
          <p14:tracePt t="17047" x="9628188" y="2951163"/>
          <p14:tracePt t="19204" x="9613900" y="3041650"/>
          <p14:tracePt t="19216" x="9598025" y="3086100"/>
          <p14:tracePt t="19217" x="9583738" y="3160713"/>
          <p14:tracePt t="19227" x="9553575" y="3205163"/>
          <p14:tracePt t="19247" x="9509125" y="3294063"/>
          <p14:tracePt t="19250" x="9478963" y="3340100"/>
          <p14:tracePt t="19255" x="9478963" y="3368675"/>
          <p14:tracePt t="19261" x="9464675" y="3368675"/>
          <p14:tracePt t="19267" x="9464675" y="3384550"/>
          <p14:tracePt t="19281" x="9464675" y="3414713"/>
          <p14:tracePt t="19286" x="9448800" y="3414713"/>
          <p14:tracePt t="19301" x="9434513" y="3459163"/>
          <p14:tracePt t="19313" x="9404350" y="3503613"/>
          <p14:tracePt t="19319" x="9390063" y="3517900"/>
          <p14:tracePt t="19334" x="9345613" y="3548063"/>
          <p14:tracePt t="19362" x="9301163" y="3652838"/>
          <p14:tracePt t="19384" x="9271000" y="3683000"/>
          <p14:tracePt t="19402" x="9255125" y="3697288"/>
          <p14:tracePt t="19419" x="9240838" y="3741738"/>
          <p14:tracePt t="19433" x="9210675" y="3757613"/>
          <p14:tracePt t="19450" x="9196388" y="3786188"/>
          <p14:tracePt t="19467" x="9196388" y="3802063"/>
          <p14:tracePt t="19469" x="9180513" y="3802063"/>
          <p14:tracePt t="19479" x="9180513" y="3816350"/>
          <p14:tracePt t="22596" x="9151938" y="3816350"/>
          <p14:tracePt t="22613" x="9077325" y="3846513"/>
          <p14:tracePt t="22620" x="9017000" y="3846513"/>
          <p14:tracePt t="22628" x="8986838" y="3860800"/>
          <p14:tracePt t="22636" x="8958263" y="3876675"/>
          <p14:tracePt t="22644" x="8928100" y="3890963"/>
          <p14:tracePt t="22650" x="8912225" y="3890963"/>
          <p14:tracePt t="22655" x="8867775" y="3906838"/>
          <p14:tracePt t="22686" x="8793163" y="3965575"/>
          <p14:tracePt t="22696" x="8778875" y="3965575"/>
          <p14:tracePt t="22703" x="8734425" y="3965575"/>
          <p14:tracePt t="22709" x="8718550" y="3979863"/>
          <p14:tracePt t="22716" x="8704263" y="3979863"/>
          <p14:tracePt t="22722" x="8689975" y="3995738"/>
          <p14:tracePt t="22737" x="8674100" y="4010025"/>
          <p14:tracePt t="22765" x="8643938" y="4010025"/>
          <p14:tracePt t="22785" x="8599488" y="4025900"/>
          <p14:tracePt t="22795" x="8585200" y="4040188"/>
          <p14:tracePt t="22814" x="8570913" y="4040188"/>
          <p14:tracePt t="26127" x="8540750" y="4100513"/>
          <p14:tracePt t="26138" x="8480425" y="4233863"/>
          <p14:tracePt t="26162" x="8302625" y="4487863"/>
          <p14:tracePt t="26177" x="8242300" y="4592638"/>
          <p14:tracePt t="26184" x="8197850" y="4621213"/>
          <p14:tracePt t="26195" x="8181975" y="4651375"/>
          <p14:tracePt t="26207" x="8137525" y="4695825"/>
          <p14:tracePt t="26221" x="8093075" y="4740275"/>
          <p14:tracePt t="26232" x="8093075" y="4770438"/>
          <p14:tracePt t="26236" x="8048625" y="4786313"/>
          <p14:tracePt t="26243" x="8034338" y="4800600"/>
          <p14:tracePt t="26265" x="7988300" y="4845050"/>
          <p14:tracePt t="26272" x="7988300" y="4875213"/>
          <p14:tracePt t="26287" x="7974013" y="4905375"/>
          <p14:tracePt t="26302" x="7929563" y="4935538"/>
          <p14:tracePt t="26322" x="7885113" y="4964113"/>
          <p14:tracePt t="26335" x="7885113" y="4979988"/>
          <p14:tracePt t="26349" x="7869238" y="5024438"/>
          <p14:tracePt t="26366" x="7824788" y="5054600"/>
          <p14:tracePt t="26377" x="7766050" y="5083175"/>
          <p14:tracePt t="26384" x="7750175" y="5083175"/>
          <p14:tracePt t="26398" x="7735888" y="5113338"/>
          <p14:tracePt t="26416" x="7705725" y="5157788"/>
          <p14:tracePt t="26434" x="7645400" y="5187950"/>
          <p14:tracePt t="26446" x="7631113" y="5203825"/>
          <p14:tracePt t="26464" x="7616825" y="5232400"/>
          <p14:tracePt t="29629" x="7631113" y="5232400"/>
          <p14:tracePt t="29653" x="7766050" y="5203825"/>
          <p14:tracePt t="29660" x="7794625" y="5203825"/>
          <p14:tracePt t="29670" x="7824788" y="5203825"/>
          <p14:tracePt t="29680" x="7854950" y="5187950"/>
          <p14:tracePt t="29686" x="7899400" y="5187950"/>
          <p14:tracePt t="29704" x="7929563" y="5187950"/>
          <p14:tracePt t="29737" x="7959725" y="5187950"/>
          <p14:tracePt t="29753" x="7974013" y="5187950"/>
          <p14:tracePt t="29769" x="7988300" y="5187950"/>
          <p14:tracePt t="29788" x="8034338" y="5187950"/>
          <p14:tracePt t="29827" x="8048625" y="5187950"/>
          <p14:tracePt t="29846" x="8062913" y="5187950"/>
          <p14:tracePt t="31340" x="8078788" y="5187950"/>
          <p14:tracePt t="31348" x="8123238" y="5187950"/>
          <p14:tracePt t="31363" x="8181975" y="5187950"/>
          <p14:tracePt t="31371" x="8242300" y="5173663"/>
          <p14:tracePt t="31377" x="8302625" y="5173663"/>
          <p14:tracePt t="31393" x="8405813" y="5173663"/>
          <p14:tracePt t="31410" x="8524875" y="5173663"/>
          <p14:tracePt t="31411" x="8599488" y="5173663"/>
          <p14:tracePt t="31422" x="8643938" y="5173663"/>
          <p14:tracePt t="31437" x="8734425" y="5173663"/>
          <p14:tracePt t="31446" x="8764588" y="5173663"/>
          <p14:tracePt t="31452" x="8793163" y="5173663"/>
          <p14:tracePt t="31466" x="8853488" y="5173663"/>
          <p14:tracePt t="31480" x="8897938" y="5187950"/>
          <p14:tracePt t="31485" x="8928100" y="5187950"/>
          <p14:tracePt t="31501" x="8942388" y="5203825"/>
          <p14:tracePt t="31513" x="8972550" y="5203825"/>
          <p14:tracePt t="31534" x="8986838" y="5203825"/>
          <p14:tracePt t="31546" x="9017000" y="5203825"/>
          <p14:tracePt t="31571" x="9032875" y="5203825"/>
          <p14:tracePt t="31579" x="9032875" y="5218113"/>
          <p14:tracePt t="31614" x="9061450" y="5218113"/>
          <p14:tracePt t="31634" x="9077325" y="5232400"/>
          <p14:tracePt t="31651" x="9091613" y="5232400"/>
          <p14:tracePt t="31675" x="9107488" y="5248275"/>
          <p14:tracePt t="31682" x="9121775" y="5278438"/>
          <p14:tracePt t="31697" x="9121775" y="5322888"/>
          <p14:tracePt t="31716" x="9136063" y="5381625"/>
          <p14:tracePt t="31732" x="9136063" y="5411788"/>
          <p14:tracePt t="31746" x="9121775" y="5472113"/>
          <p14:tracePt t="31757" x="9121775" y="5486400"/>
          <p14:tracePt t="31779" x="9107488" y="5591175"/>
          <p14:tracePt t="31785" x="9107488" y="5605463"/>
          <p14:tracePt t="31793" x="9091613" y="5649913"/>
          <p14:tracePt t="31800" x="9091613" y="5665788"/>
          <p14:tracePt t="31806" x="9077325" y="5665788"/>
          <p14:tracePt t="31825" x="9077325" y="5710238"/>
          <p14:tracePt t="31840" x="9061450" y="5754688"/>
          <p14:tracePt t="31847" x="9061450" y="5784850"/>
          <p14:tracePt t="31853" x="9047163" y="5784850"/>
          <p14:tracePt t="31871" x="9032875" y="5829300"/>
          <p14:tracePt t="31893" x="9017000" y="5873750"/>
          <p14:tracePt t="31904" x="8986838" y="5889625"/>
          <p14:tracePt t="31922" x="8986838" y="5903913"/>
          <p14:tracePt t="32904" x="8942388" y="5918200"/>
          <p14:tracePt t="32917" x="8823325" y="5948363"/>
          <p14:tracePt t="32931" x="8734425" y="5992813"/>
          <p14:tracePt t="32935" x="8659813" y="6008688"/>
          <p14:tracePt t="32956" x="8540750" y="6097588"/>
          <p14:tracePt t="32964" x="8480425" y="6111875"/>
          <p14:tracePt t="32973" x="8450263" y="6127750"/>
          <p14:tracePt t="32981" x="8405813" y="6142038"/>
          <p14:tracePt t="33004" x="8272463" y="6186488"/>
          <p14:tracePt t="33019" x="8167688" y="6246813"/>
          <p14:tracePt t="33033" x="8093075" y="6261100"/>
          <p14:tracePt t="33051" x="7988300" y="6291263"/>
          <p14:tracePt t="33059" x="7974013" y="6291263"/>
          <p14:tracePt t="33070" x="7943850" y="6307138"/>
          <p14:tracePt t="33080" x="7929563" y="6307138"/>
          <p14:tracePt t="33089" x="7899400" y="6321425"/>
          <p14:tracePt t="33112" x="7854950" y="6335713"/>
          <p14:tracePt t="33119" x="7839075" y="6335713"/>
          <p14:tracePt t="33126" x="7824788" y="6335713"/>
          <p14:tracePt t="33131" x="7810500" y="6335713"/>
          <p14:tracePt t="33138" x="7794625" y="6335713"/>
          <p14:tracePt t="36730" x="7810500" y="6335713"/>
          <p14:tracePt t="36737" x="7854950" y="6335713"/>
          <p14:tracePt t="36749" x="7913688" y="6335713"/>
          <p14:tracePt t="36777" x="8107363" y="6365875"/>
          <p14:tracePt t="36788" x="8167688" y="6396038"/>
          <p14:tracePt t="36797" x="8197850" y="6410325"/>
          <p14:tracePt t="36802" x="8228013" y="6426200"/>
          <p14:tracePt t="36817" x="8302625" y="6440488"/>
          <p14:tracePt t="36823" x="8316913" y="6454775"/>
          <p14:tracePt t="36833" x="8347075" y="6470650"/>
          <p14:tracePt t="36839" x="8375650" y="6470650"/>
          <p14:tracePt t="36846" x="8405813" y="6484938"/>
          <p14:tracePt t="36852" x="8421688" y="6484938"/>
          <p14:tracePt t="36874" x="8450263" y="6500813"/>
          <p14:tracePt t="36903" x="8496300" y="6515100"/>
          <p14:tracePt t="36906" x="8510588" y="6515100"/>
          <p14:tracePt t="36913" x="8524875" y="6529388"/>
          <p14:tracePt t="36929" x="8570913" y="6529388"/>
          <p14:tracePt t="36963" x="8599488" y="6529388"/>
          <p14:tracePt t="36980" x="8629650" y="6529388"/>
          <p14:tracePt t="36997" x="8659813" y="6529388"/>
          <p14:tracePt t="37012" x="8689975" y="6529388"/>
          <p14:tracePt t="37044" x="8718550" y="6529388"/>
          <p14:tracePt t="37061" x="8734425" y="6515100"/>
          <p14:tracePt t="37070" x="8748713" y="6515100"/>
          <p14:tracePt t="37087" x="8764588" y="6515100"/>
          <p14:tracePt t="39486" x="8659813" y="6454775"/>
          <p14:tracePt t="39496" x="8480425" y="6380163"/>
          <p14:tracePt t="39500" x="8228013" y="6261100"/>
          <p14:tracePt t="39518" x="7661275" y="5992813"/>
          <p14:tracePt t="39536" x="6961188" y="5740400"/>
          <p14:tracePt t="39551" x="6126163" y="5530850"/>
          <p14:tracePt t="39569" x="5067300" y="5307013"/>
          <p14:tracePt t="39583" x="4411663" y="5262563"/>
          <p14:tracePt t="39598" x="3935413" y="5218113"/>
          <p14:tracePt t="39606" x="3786188" y="5218113"/>
          <p14:tracePt t="40073" x="3651250" y="5262563"/>
          <p14:tracePt t="40089" x="3249613" y="5426075"/>
          <p14:tracePt t="40097" x="2965450" y="5530850"/>
          <p14:tracePt t="40113" x="2444750" y="5710238"/>
          <p14:tracePt t="40127" x="2206625" y="5799138"/>
          <p14:tracePt t="40144" x="1385888" y="6083300"/>
          <p14:tracePt t="40160" x="893763" y="6232525"/>
          <p14:tracePt t="40178" x="357188" y="6454775"/>
          <p14:tracePt t="40200" x="60325" y="6589713"/>
          <p14:tracePt t="40388" x="1012825" y="6083300"/>
          <p14:tracePt t="40394" x="1460500" y="5754688"/>
          <p14:tracePt t="40405" x="2428875" y="4889500"/>
          <p14:tracePt t="40419" x="3398838" y="4219575"/>
          <p14:tracePt t="40439" x="4665663" y="3443288"/>
          <p14:tracePt t="40448" x="5053013" y="3265488"/>
          <p14:tracePt t="40454" x="5305425" y="3160713"/>
          <p14:tracePt t="40465" x="5797550" y="2936875"/>
          <p14:tracePt t="40479" x="6200775" y="2773363"/>
          <p14:tracePt t="40498" x="6618288" y="2549525"/>
          <p14:tracePt t="40505" x="6781800" y="2460625"/>
          <p14:tracePt t="40513" x="6945313" y="2370138"/>
          <p14:tracePt t="40519" x="7080250" y="2236788"/>
          <p14:tracePt t="40528" x="7199313" y="2087563"/>
          <p14:tracePt t="40538" x="7451725" y="1819275"/>
          <p14:tracePt t="40547" x="7556500" y="1728788"/>
          <p14:tracePt t="40555" x="7645400" y="1565275"/>
          <p14:tracePt t="40567" x="7780338" y="1385888"/>
          <p14:tracePt t="40574" x="7810500" y="1311275"/>
          <p14:tracePt t="40585" x="7824788" y="1266825"/>
          <p14:tracePt t="40594" x="7839075" y="1192213"/>
          <p14:tracePt t="40600" x="7854950" y="1147763"/>
          <p14:tracePt t="40614" x="7899400" y="1042988"/>
          <p14:tracePt t="40622" x="7899400" y="1014413"/>
          <p14:tracePt t="40633" x="7899400" y="954088"/>
          <p14:tracePt t="40640" x="7899400" y="939800"/>
          <p14:tracePt t="40647" x="7899400" y="923925"/>
          <p14:tracePt t="40666" x="7899400" y="909638"/>
          <p14:tracePt t="40680" x="7899400" y="893763"/>
          <p14:tracePt t="40694" x="7885113" y="879475"/>
          <p14:tracePt t="40716" x="7869238" y="879475"/>
          <p14:tracePt t="40734" x="7824788" y="879475"/>
          <p14:tracePt t="40761" x="7661275" y="1073150"/>
          <p14:tracePt t="40772" x="7512050" y="1311275"/>
          <p14:tracePt t="40795" x="7332663" y="1728788"/>
          <p14:tracePt t="40801" x="7288213" y="1863725"/>
          <p14:tracePt t="40817" x="7213600" y="2043113"/>
          <p14:tracePt t="40830" x="7124700" y="2162175"/>
          <p14:tracePt t="40840" x="7108825" y="2236788"/>
          <p14:tracePt t="40853" x="7034213" y="2325688"/>
          <p14:tracePt t="40867" x="6989763" y="2430463"/>
          <p14:tracePt t="40880" x="6931025" y="2460625"/>
          <p14:tracePt t="40892" x="6886575" y="2505075"/>
          <p14:tracePt t="40908" x="6840538" y="2563813"/>
          <p14:tracePt t="40923" x="6781800" y="2608263"/>
          <p14:tracePt t="40932" x="6781800" y="2624138"/>
          <p14:tracePt t="40938" x="6765925" y="2624138"/>
          <p14:tracePt t="40982" x="6737350" y="2638425"/>
          <p14:tracePt t="41003" x="6721475" y="2579688"/>
          <p14:tracePt t="41027" x="6737350" y="1863725"/>
          <p14:tracePt t="41035" x="6796088" y="1431925"/>
          <p14:tracePt t="41044" x="6840538" y="1028700"/>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xmlns="" id="{9DBC8166-481C-4473-95F5-9A5B9073B7F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xmlns="" id="{A5A5CE6E-90AF-4D43-A014-1F9EC83EB93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xmlns="" id="{B4CE3639-617B-8FEA-29EF-22BF1D289273}"/>
              </a:ext>
            </a:extLst>
          </p:cNvPr>
          <p:cNvSpPr>
            <a:spLocks noGrp="1"/>
          </p:cNvSpPr>
          <p:nvPr>
            <p:ph type="title"/>
          </p:nvPr>
        </p:nvSpPr>
        <p:spPr>
          <a:xfrm>
            <a:off x="838200" y="643467"/>
            <a:ext cx="2951205" cy="5571066"/>
          </a:xfrm>
        </p:spPr>
        <p:txBody>
          <a:bodyPr>
            <a:normAutofit/>
          </a:bodyPr>
          <a:lstStyle/>
          <a:p>
            <a:r>
              <a:rPr lang="en-US" b="1">
                <a:solidFill>
                  <a:srgbClr val="FFFFFF"/>
                </a:solidFill>
                <a:latin typeface="Aptos" panose="020B0004020202020204" pitchFamily="34" charset="0"/>
              </a:rPr>
              <a:t>Project</a:t>
            </a:r>
            <a:r>
              <a:rPr lang="en-US" b="1">
                <a:solidFill>
                  <a:srgbClr val="FFFFFF"/>
                </a:solidFill>
              </a:rPr>
              <a:t> </a:t>
            </a:r>
            <a:r>
              <a:rPr lang="en-US" b="1">
                <a:solidFill>
                  <a:srgbClr val="FFFFFF"/>
                </a:solidFill>
                <a:latin typeface="Aptos" panose="020B0004020202020204" pitchFamily="34" charset="0"/>
              </a:rPr>
              <a:t>Tools</a:t>
            </a:r>
            <a:endParaRPr lang="x-none" b="1">
              <a:solidFill>
                <a:srgbClr val="FFFFFF"/>
              </a:solidFill>
              <a:latin typeface="Aptos" panose="020B0004020202020204" pitchFamily="34" charset="0"/>
            </a:endParaRPr>
          </a:p>
        </p:txBody>
      </p:sp>
      <p:graphicFrame>
        <p:nvGraphicFramePr>
          <p:cNvPr id="5" name="Content Placeholder 2">
            <a:extLst>
              <a:ext uri="{FF2B5EF4-FFF2-40B4-BE49-F238E27FC236}">
                <a16:creationId xmlns:a16="http://schemas.microsoft.com/office/drawing/2014/main" xmlns="" id="{2CC82268-CE96-AD2F-DD9E-5CC4A81FFBF7}"/>
              </a:ext>
            </a:extLst>
          </p:cNvPr>
          <p:cNvGraphicFramePr>
            <a:graphicFrameLocks noGrp="1"/>
          </p:cNvGraphicFramePr>
          <p:nvPr>
            <p:ph idx="1"/>
            <p:extLst>
              <p:ext uri="{D42A27DB-BD31-4B8C-83A1-F6EECF244321}">
                <p14:modId xmlns:p14="http://schemas.microsoft.com/office/powerpoint/2010/main" val="764919532"/>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1527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xmlns="" id="{53B021B3-DE93-4AB7-8A18-CF5F1CED88B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15843D3D-8FD9-9688-D58B-9BD4DE4AB322}"/>
              </a:ext>
            </a:extLst>
          </p:cNvPr>
          <p:cNvSpPr>
            <a:spLocks noGrp="1"/>
          </p:cNvSpPr>
          <p:nvPr>
            <p:ph type="title"/>
          </p:nvPr>
        </p:nvSpPr>
        <p:spPr>
          <a:xfrm>
            <a:off x="841248" y="256032"/>
            <a:ext cx="10506456" cy="1014984"/>
          </a:xfrm>
        </p:spPr>
        <p:txBody>
          <a:bodyPr anchor="b">
            <a:normAutofit/>
          </a:bodyPr>
          <a:lstStyle/>
          <a:p>
            <a:r>
              <a:rPr lang="fr-BE" sz="3600" b="1" dirty="0">
                <a:solidFill>
                  <a:schemeClr val="tx2"/>
                </a:solidFill>
                <a:latin typeface="Aptos" panose="020B0004020202020204" pitchFamily="34" charset="0"/>
              </a:rPr>
              <a:t>USER ROLES OVERVIEW</a:t>
            </a:r>
            <a:endParaRPr lang="x-none" sz="3600" b="1" dirty="0">
              <a:solidFill>
                <a:schemeClr val="tx2"/>
              </a:solidFill>
              <a:latin typeface="Aptos" panose="020B0004020202020204" pitchFamily="34" charset="0"/>
            </a:endParaRPr>
          </a:p>
        </p:txBody>
      </p:sp>
      <p:sp>
        <p:nvSpPr>
          <p:cNvPr id="23" name="Rectangle 22">
            <a:extLst>
              <a:ext uri="{FF2B5EF4-FFF2-40B4-BE49-F238E27FC236}">
                <a16:creationId xmlns:a16="http://schemas.microsoft.com/office/drawing/2014/main" xmlns="" id="{52D502E5-F6B4-4D58-B4AE-FC466FF15E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5" name="Rectangle 24">
            <a:extLst>
              <a:ext uri="{FF2B5EF4-FFF2-40B4-BE49-F238E27FC236}">
                <a16:creationId xmlns:a16="http://schemas.microsoft.com/office/drawing/2014/main" xmlns="" id="{9DECDBF4-02B6-4BB4-B65B-B8107AD6A9E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4">
            <a:extLst>
              <a:ext uri="{FF2B5EF4-FFF2-40B4-BE49-F238E27FC236}">
                <a16:creationId xmlns:a16="http://schemas.microsoft.com/office/drawing/2014/main" xmlns="" id="{047990C9-E703-5B00-26BA-4C9D8242020E}"/>
              </a:ext>
            </a:extLst>
          </p:cNvPr>
          <p:cNvGraphicFramePr>
            <a:graphicFrameLocks noGrp="1"/>
          </p:cNvGraphicFramePr>
          <p:nvPr>
            <p:ph idx="1"/>
            <p:extLst>
              <p:ext uri="{D42A27DB-BD31-4B8C-83A1-F6EECF244321}">
                <p14:modId xmlns:p14="http://schemas.microsoft.com/office/powerpoint/2010/main" val="3374000175"/>
              </p:ext>
            </p:extLst>
          </p:nvPr>
        </p:nvGraphicFramePr>
        <p:xfrm>
          <a:off x="838200" y="2008963"/>
          <a:ext cx="10515601" cy="4192134"/>
        </p:xfrm>
        <a:graphic>
          <a:graphicData uri="http://schemas.openxmlformats.org/drawingml/2006/table">
            <a:tbl>
              <a:tblPr/>
              <a:tblGrid>
                <a:gridCol w="2488842">
                  <a:extLst>
                    <a:ext uri="{9D8B030D-6E8A-4147-A177-3AD203B41FA5}">
                      <a16:colId xmlns:a16="http://schemas.microsoft.com/office/drawing/2014/main" xmlns="" val="900231838"/>
                    </a:ext>
                  </a:extLst>
                </a:gridCol>
                <a:gridCol w="2690633">
                  <a:extLst>
                    <a:ext uri="{9D8B030D-6E8A-4147-A177-3AD203B41FA5}">
                      <a16:colId xmlns:a16="http://schemas.microsoft.com/office/drawing/2014/main" xmlns="" val="1697754349"/>
                    </a:ext>
                  </a:extLst>
                </a:gridCol>
                <a:gridCol w="2735162">
                  <a:extLst>
                    <a:ext uri="{9D8B030D-6E8A-4147-A177-3AD203B41FA5}">
                      <a16:colId xmlns:a16="http://schemas.microsoft.com/office/drawing/2014/main" xmlns="" val="588649869"/>
                    </a:ext>
                  </a:extLst>
                </a:gridCol>
                <a:gridCol w="2600964">
                  <a:extLst>
                    <a:ext uri="{9D8B030D-6E8A-4147-A177-3AD203B41FA5}">
                      <a16:colId xmlns:a16="http://schemas.microsoft.com/office/drawing/2014/main" xmlns="" val="2322538575"/>
                    </a:ext>
                  </a:extLst>
                </a:gridCol>
              </a:tblGrid>
              <a:tr h="655236">
                <a:tc>
                  <a:txBody>
                    <a:bodyPr/>
                    <a:lstStyle/>
                    <a:p>
                      <a:pPr>
                        <a:buNone/>
                      </a:pPr>
                      <a:r>
                        <a:rPr lang="fr-BE" sz="1700" dirty="0" err="1"/>
                        <a:t>Role</a:t>
                      </a:r>
                      <a:endParaRPr lang="fr-BE" sz="1700" dirty="0"/>
                    </a:p>
                  </a:txBody>
                  <a:tcPr marL="89607" marR="89607" marT="44803" marB="44803" anchor="ctr">
                    <a:lnL>
                      <a:noFill/>
                    </a:lnL>
                    <a:lnR>
                      <a:noFill/>
                    </a:lnR>
                    <a:lnT>
                      <a:noFill/>
                    </a:lnT>
                    <a:lnB>
                      <a:noFill/>
                    </a:lnB>
                    <a:noFill/>
                  </a:tcPr>
                </a:tc>
                <a:tc>
                  <a:txBody>
                    <a:bodyPr/>
                    <a:lstStyle/>
                    <a:p>
                      <a:pPr>
                        <a:buNone/>
                      </a:pPr>
                      <a:r>
                        <a:rPr lang="fr-BE" sz="1700"/>
                        <a:t>Description</a:t>
                      </a:r>
                    </a:p>
                  </a:txBody>
                  <a:tcPr marL="89607" marR="89607" marT="44803" marB="44803" anchor="ctr">
                    <a:lnL>
                      <a:noFill/>
                    </a:lnL>
                    <a:lnR>
                      <a:noFill/>
                    </a:lnR>
                    <a:lnT>
                      <a:noFill/>
                    </a:lnT>
                    <a:lnB>
                      <a:noFill/>
                    </a:lnB>
                    <a:noFill/>
                  </a:tcPr>
                </a:tc>
                <a:tc>
                  <a:txBody>
                    <a:bodyPr/>
                    <a:lstStyle/>
                    <a:p>
                      <a:pPr>
                        <a:buNone/>
                      </a:pPr>
                      <a:r>
                        <a:rPr lang="fr-BE" sz="1700"/>
                        <a:t>Access Pages</a:t>
                      </a:r>
                    </a:p>
                  </a:txBody>
                  <a:tcPr marL="89607" marR="89607" marT="44803" marB="44803" anchor="ctr">
                    <a:lnL>
                      <a:noFill/>
                    </a:lnL>
                    <a:lnR>
                      <a:noFill/>
                    </a:lnR>
                    <a:lnT>
                      <a:noFill/>
                    </a:lnT>
                    <a:lnB>
                      <a:noFill/>
                    </a:lnB>
                    <a:noFill/>
                  </a:tcPr>
                </a:tc>
                <a:tc>
                  <a:txBody>
                    <a:bodyPr/>
                    <a:lstStyle/>
                    <a:p>
                      <a:pPr>
                        <a:buNone/>
                      </a:pPr>
                      <a:r>
                        <a:rPr lang="fr-BE" sz="1700"/>
                        <a:t>Requires Admin Approval</a:t>
                      </a:r>
                    </a:p>
                  </a:txBody>
                  <a:tcPr marL="89607" marR="89607" marT="44803" marB="44803" anchor="ctr">
                    <a:lnL>
                      <a:noFill/>
                    </a:lnL>
                    <a:lnR>
                      <a:noFill/>
                    </a:lnR>
                    <a:lnT>
                      <a:noFill/>
                    </a:lnT>
                    <a:lnB>
                      <a:noFill/>
                    </a:lnB>
                    <a:noFill/>
                  </a:tcPr>
                </a:tc>
                <a:extLst>
                  <a:ext uri="{0D108BD9-81ED-4DB2-BD59-A6C34878D82A}">
                    <a16:rowId xmlns:a16="http://schemas.microsoft.com/office/drawing/2014/main" xmlns="" val="642226740"/>
                  </a:ext>
                </a:extLst>
              </a:tr>
              <a:tr h="1178966">
                <a:tc>
                  <a:txBody>
                    <a:bodyPr/>
                    <a:lstStyle/>
                    <a:p>
                      <a:pPr>
                        <a:buNone/>
                      </a:pPr>
                      <a:r>
                        <a:rPr lang="fr-BE" sz="1700" b="1"/>
                        <a:t>Non-Resident</a:t>
                      </a:r>
                      <a:endParaRPr lang="fr-BE" sz="1700"/>
                    </a:p>
                  </a:txBody>
                  <a:tcPr marL="89607" marR="89607" marT="44803" marB="44803" anchor="ctr">
                    <a:lnL>
                      <a:noFill/>
                    </a:lnL>
                    <a:lnR>
                      <a:noFill/>
                    </a:lnR>
                    <a:lnT>
                      <a:noFill/>
                    </a:lnT>
                    <a:lnB>
                      <a:noFill/>
                    </a:lnB>
                    <a:noFill/>
                  </a:tcPr>
                </a:tc>
                <a:tc>
                  <a:txBody>
                    <a:bodyPr/>
                    <a:lstStyle/>
                    <a:p>
                      <a:pPr>
                        <a:buNone/>
                      </a:pPr>
                      <a:r>
                        <a:rPr lang="en-US" sz="1700"/>
                        <a:t>Public visitors who can explore the estate and optionally register for membership</a:t>
                      </a:r>
                    </a:p>
                  </a:txBody>
                  <a:tcPr marL="89607" marR="89607" marT="44803" marB="44803" anchor="ctr">
                    <a:lnL>
                      <a:noFill/>
                    </a:lnL>
                    <a:lnR>
                      <a:noFill/>
                    </a:lnR>
                    <a:lnT>
                      <a:noFill/>
                    </a:lnT>
                    <a:lnB>
                      <a:noFill/>
                    </a:lnB>
                    <a:noFill/>
                  </a:tcPr>
                </a:tc>
                <a:tc>
                  <a:txBody>
                    <a:bodyPr/>
                    <a:lstStyle/>
                    <a:p>
                      <a:pPr>
                        <a:buNone/>
                      </a:pPr>
                      <a:r>
                        <a:rPr lang="en-US" sz="1700"/>
                        <a:t>Home, About Us, Contact, Services (Overview), Gallery, Membership Registration</a:t>
                      </a:r>
                    </a:p>
                  </a:txBody>
                  <a:tcPr marL="89607" marR="89607" marT="44803" marB="44803" anchor="ctr">
                    <a:lnL>
                      <a:noFill/>
                    </a:lnL>
                    <a:lnR>
                      <a:noFill/>
                    </a:lnR>
                    <a:lnT>
                      <a:noFill/>
                    </a:lnT>
                    <a:lnB>
                      <a:noFill/>
                    </a:lnB>
                    <a:noFill/>
                  </a:tcPr>
                </a:tc>
                <a:tc>
                  <a:txBody>
                    <a:bodyPr/>
                    <a:lstStyle/>
                    <a:p>
                      <a:pPr>
                        <a:buNone/>
                      </a:pPr>
                      <a:r>
                        <a:rPr lang="en-US" sz="1700"/>
                        <a:t>✅ Yes — Admin must approve membership before becoming a Resident</a:t>
                      </a:r>
                    </a:p>
                  </a:txBody>
                  <a:tcPr marL="89607" marR="89607" marT="44803" marB="44803" anchor="ctr">
                    <a:lnL>
                      <a:noFill/>
                    </a:lnL>
                    <a:lnR>
                      <a:noFill/>
                    </a:lnR>
                    <a:lnT>
                      <a:noFill/>
                    </a:lnT>
                    <a:lnB>
                      <a:noFill/>
                    </a:lnB>
                    <a:noFill/>
                  </a:tcPr>
                </a:tc>
                <a:extLst>
                  <a:ext uri="{0D108BD9-81ED-4DB2-BD59-A6C34878D82A}">
                    <a16:rowId xmlns:a16="http://schemas.microsoft.com/office/drawing/2014/main" xmlns="" val="3905830485"/>
                  </a:ext>
                </a:extLst>
              </a:tr>
              <a:tr h="1178966">
                <a:tc>
                  <a:txBody>
                    <a:bodyPr/>
                    <a:lstStyle/>
                    <a:p>
                      <a:pPr>
                        <a:buNone/>
                      </a:pPr>
                      <a:r>
                        <a:rPr lang="fr-BE" sz="1700" b="1"/>
                        <a:t>Resident</a:t>
                      </a:r>
                      <a:endParaRPr lang="fr-BE" sz="1700"/>
                    </a:p>
                  </a:txBody>
                  <a:tcPr marL="89607" marR="89607" marT="44803" marB="44803" anchor="ctr">
                    <a:lnL>
                      <a:noFill/>
                    </a:lnL>
                    <a:lnR>
                      <a:noFill/>
                    </a:lnR>
                    <a:lnT>
                      <a:noFill/>
                    </a:lnT>
                    <a:lnB>
                      <a:noFill/>
                    </a:lnB>
                    <a:noFill/>
                  </a:tcPr>
                </a:tc>
                <a:tc>
                  <a:txBody>
                    <a:bodyPr/>
                    <a:lstStyle/>
                    <a:p>
                      <a:pPr>
                        <a:buNone/>
                      </a:pPr>
                      <a:r>
                        <a:rPr lang="en-US" sz="1700"/>
                        <a:t>Approved members of the estate</a:t>
                      </a:r>
                    </a:p>
                  </a:txBody>
                  <a:tcPr marL="89607" marR="89607" marT="44803" marB="44803" anchor="ctr">
                    <a:lnL>
                      <a:noFill/>
                    </a:lnL>
                    <a:lnR>
                      <a:noFill/>
                    </a:lnR>
                    <a:lnT>
                      <a:noFill/>
                    </a:lnT>
                    <a:lnB>
                      <a:noFill/>
                    </a:lnB>
                    <a:noFill/>
                  </a:tcPr>
                </a:tc>
                <a:tc>
                  <a:txBody>
                    <a:bodyPr/>
                    <a:lstStyle/>
                    <a:p>
                      <a:pPr>
                        <a:buNone/>
                      </a:pPr>
                      <a:r>
                        <a:rPr lang="en-US" sz="1700"/>
                        <a:t>Home, About Us, Contact, Services, Membership, </a:t>
                      </a:r>
                      <a:r>
                        <a:rPr lang="en-US" sz="1700" b="1"/>
                        <a:t>Resident Login</a:t>
                      </a:r>
                      <a:r>
                        <a:rPr lang="en-US" sz="1700"/>
                        <a:t> → access Resident Portal</a:t>
                      </a:r>
                    </a:p>
                  </a:txBody>
                  <a:tcPr marL="89607" marR="89607" marT="44803" marB="44803" anchor="ctr">
                    <a:lnL>
                      <a:noFill/>
                    </a:lnL>
                    <a:lnR>
                      <a:noFill/>
                    </a:lnR>
                    <a:lnT>
                      <a:noFill/>
                    </a:lnT>
                    <a:lnB>
                      <a:noFill/>
                    </a:lnB>
                    <a:noFill/>
                  </a:tcPr>
                </a:tc>
                <a:tc>
                  <a:txBody>
                    <a:bodyPr/>
                    <a:lstStyle/>
                    <a:p>
                      <a:pPr>
                        <a:buNone/>
                      </a:pPr>
                      <a:r>
                        <a:rPr lang="x-none" sz="1700"/>
                        <a:t>❌ </a:t>
                      </a:r>
                      <a:r>
                        <a:rPr lang="fr-BE" sz="1700"/>
                        <a:t>Already approved</a:t>
                      </a:r>
                    </a:p>
                  </a:txBody>
                  <a:tcPr marL="89607" marR="89607" marT="44803" marB="44803" anchor="ctr">
                    <a:lnL>
                      <a:noFill/>
                    </a:lnL>
                    <a:lnR>
                      <a:noFill/>
                    </a:lnR>
                    <a:lnT>
                      <a:noFill/>
                    </a:lnT>
                    <a:lnB>
                      <a:noFill/>
                    </a:lnB>
                    <a:noFill/>
                  </a:tcPr>
                </a:tc>
                <a:extLst>
                  <a:ext uri="{0D108BD9-81ED-4DB2-BD59-A6C34878D82A}">
                    <a16:rowId xmlns:a16="http://schemas.microsoft.com/office/drawing/2014/main" xmlns="" val="670055373"/>
                  </a:ext>
                </a:extLst>
              </a:tr>
              <a:tr h="1178966">
                <a:tc>
                  <a:txBody>
                    <a:bodyPr/>
                    <a:lstStyle/>
                    <a:p>
                      <a:pPr>
                        <a:buNone/>
                      </a:pPr>
                      <a:r>
                        <a:rPr lang="fr-BE" sz="1700" b="1"/>
                        <a:t>Admin</a:t>
                      </a:r>
                      <a:endParaRPr lang="fr-BE" sz="1700"/>
                    </a:p>
                  </a:txBody>
                  <a:tcPr marL="89607" marR="89607" marT="44803" marB="44803" anchor="ctr">
                    <a:lnL>
                      <a:noFill/>
                    </a:lnL>
                    <a:lnR>
                      <a:noFill/>
                    </a:lnR>
                    <a:lnT>
                      <a:noFill/>
                    </a:lnT>
                    <a:lnB>
                      <a:noFill/>
                    </a:lnB>
                    <a:noFill/>
                  </a:tcPr>
                </a:tc>
                <a:tc>
                  <a:txBody>
                    <a:bodyPr/>
                    <a:lstStyle/>
                    <a:p>
                      <a:pPr>
                        <a:buNone/>
                      </a:pPr>
                      <a:r>
                        <a:rPr lang="fr-BE" sz="1700"/>
                        <a:t>Estate management staff</a:t>
                      </a:r>
                    </a:p>
                  </a:txBody>
                  <a:tcPr marL="89607" marR="89607" marT="44803" marB="44803" anchor="ctr">
                    <a:lnL>
                      <a:noFill/>
                    </a:lnL>
                    <a:lnR>
                      <a:noFill/>
                    </a:lnR>
                    <a:lnT>
                      <a:noFill/>
                    </a:lnT>
                    <a:lnB>
                      <a:noFill/>
                    </a:lnB>
                    <a:noFill/>
                  </a:tcPr>
                </a:tc>
                <a:tc>
                  <a:txBody>
                    <a:bodyPr/>
                    <a:lstStyle/>
                    <a:p>
                      <a:pPr>
                        <a:buNone/>
                      </a:pPr>
                      <a:r>
                        <a:rPr lang="en-US" sz="1700" dirty="0"/>
                        <a:t>Security Dashboard, Payment Dashboard, Resident Approvals, System Management</a:t>
                      </a:r>
                    </a:p>
                  </a:txBody>
                  <a:tcPr marL="89607" marR="89607" marT="44803" marB="44803" anchor="ctr">
                    <a:lnL>
                      <a:noFill/>
                    </a:lnL>
                    <a:lnR>
                      <a:noFill/>
                    </a:lnR>
                    <a:lnT>
                      <a:noFill/>
                    </a:lnT>
                    <a:lnB>
                      <a:noFill/>
                    </a:lnB>
                    <a:noFill/>
                  </a:tcPr>
                </a:tc>
                <a:tc>
                  <a:txBody>
                    <a:bodyPr/>
                    <a:lstStyle/>
                    <a:p>
                      <a:pPr>
                        <a:buNone/>
                      </a:pPr>
                      <a:r>
                        <a:rPr lang="x-none" sz="1700" dirty="0"/>
                        <a:t>❌</a:t>
                      </a:r>
                    </a:p>
                  </a:txBody>
                  <a:tcPr marL="89607" marR="89607" marT="44803" marB="44803" anchor="ctr">
                    <a:lnL>
                      <a:noFill/>
                    </a:lnL>
                    <a:lnR>
                      <a:noFill/>
                    </a:lnR>
                    <a:lnT>
                      <a:noFill/>
                    </a:lnT>
                    <a:lnB>
                      <a:noFill/>
                    </a:lnB>
                    <a:noFill/>
                  </a:tcPr>
                </a:tc>
                <a:extLst>
                  <a:ext uri="{0D108BD9-81ED-4DB2-BD59-A6C34878D82A}">
                    <a16:rowId xmlns:a16="http://schemas.microsoft.com/office/drawing/2014/main" xmlns="" val="78209470"/>
                  </a:ext>
                </a:extLst>
              </a:tr>
            </a:tbl>
          </a:graphicData>
        </a:graphic>
      </p:graphicFrame>
    </p:spTree>
    <p:extLst>
      <p:ext uri="{BB962C8B-B14F-4D97-AF65-F5344CB8AC3E}">
        <p14:creationId xmlns:p14="http://schemas.microsoft.com/office/powerpoint/2010/main" val="23564173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xmlns="" id="{A8384FB5-9ADC-4DDC-881B-597D56F5B1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1199E1B1-A8C0-4FE8-A5A8-1CB41D69F8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xmlns="" id="{84A8DE83-DE75-4B41-9DB4-A7EC0B0DEC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A7009A0A-BEF5-4EAC-AF15-E4F9F002E2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3B41A085-C996-F7A3-3E53-FD79ABE376DD}"/>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b="1" kern="1200">
                <a:solidFill>
                  <a:srgbClr val="FFFFFF"/>
                </a:solidFill>
                <a:latin typeface="+mj-lt"/>
                <a:ea typeface="+mj-ea"/>
                <a:cs typeface="+mj-cs"/>
              </a:rPr>
              <a:t>DATABASE</a:t>
            </a:r>
            <a:r>
              <a:rPr lang="en-US" sz="4000" kern="1200">
                <a:solidFill>
                  <a:srgbClr val="FFFFFF"/>
                </a:solidFill>
                <a:latin typeface="+mj-lt"/>
                <a:ea typeface="+mj-ea"/>
                <a:cs typeface="+mj-cs"/>
              </a:rPr>
              <a:t> </a:t>
            </a:r>
            <a:r>
              <a:rPr lang="en-US" sz="4000" b="1" kern="1200">
                <a:solidFill>
                  <a:srgbClr val="FFFFFF"/>
                </a:solidFill>
                <a:latin typeface="+mj-lt"/>
                <a:ea typeface="+mj-ea"/>
                <a:cs typeface="+mj-cs"/>
              </a:rPr>
              <a:t>STRUCTURE</a:t>
            </a:r>
          </a:p>
        </p:txBody>
      </p:sp>
      <p:graphicFrame>
        <p:nvGraphicFramePr>
          <p:cNvPr id="8" name="Table 7">
            <a:extLst>
              <a:ext uri="{FF2B5EF4-FFF2-40B4-BE49-F238E27FC236}">
                <a16:creationId xmlns:a16="http://schemas.microsoft.com/office/drawing/2014/main" xmlns="" id="{7E140E35-9BF3-5A66-6279-59F73824A962}"/>
              </a:ext>
            </a:extLst>
          </p:cNvPr>
          <p:cNvGraphicFramePr>
            <a:graphicFrameLocks noGrp="1"/>
          </p:cNvGraphicFramePr>
          <p:nvPr>
            <p:extLst>
              <p:ext uri="{D42A27DB-BD31-4B8C-83A1-F6EECF244321}">
                <p14:modId xmlns:p14="http://schemas.microsoft.com/office/powerpoint/2010/main" val="967231044"/>
              </p:ext>
            </p:extLst>
          </p:nvPr>
        </p:nvGraphicFramePr>
        <p:xfrm>
          <a:off x="432225" y="1981224"/>
          <a:ext cx="11327549" cy="4422301"/>
        </p:xfrm>
        <a:graphic>
          <a:graphicData uri="http://schemas.openxmlformats.org/drawingml/2006/table">
            <a:tbl>
              <a:tblPr firstRow="1" bandRow="1">
                <a:tableStyleId>{5C22544A-7EE6-4342-B048-85BDC9FD1C3A}</a:tableStyleId>
              </a:tblPr>
              <a:tblGrid>
                <a:gridCol w="3366786">
                  <a:extLst>
                    <a:ext uri="{9D8B030D-6E8A-4147-A177-3AD203B41FA5}">
                      <a16:colId xmlns:a16="http://schemas.microsoft.com/office/drawing/2014/main" xmlns="" val="4405749"/>
                    </a:ext>
                  </a:extLst>
                </a:gridCol>
                <a:gridCol w="3955515">
                  <a:extLst>
                    <a:ext uri="{9D8B030D-6E8A-4147-A177-3AD203B41FA5}">
                      <a16:colId xmlns:a16="http://schemas.microsoft.com/office/drawing/2014/main" xmlns="" val="2080886645"/>
                    </a:ext>
                  </a:extLst>
                </a:gridCol>
                <a:gridCol w="4005248">
                  <a:extLst>
                    <a:ext uri="{9D8B030D-6E8A-4147-A177-3AD203B41FA5}">
                      <a16:colId xmlns:a16="http://schemas.microsoft.com/office/drawing/2014/main" xmlns="" val="3641768363"/>
                    </a:ext>
                  </a:extLst>
                </a:gridCol>
              </a:tblGrid>
              <a:tr h="50937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2300" b="1"/>
                        <a:t>Role</a:t>
                      </a:r>
                      <a:endParaRPr lang="x-none" sz="2300"/>
                    </a:p>
                  </a:txBody>
                  <a:tcPr marL="115767" marR="115767" marT="57883" marB="57883"/>
                </a:tc>
                <a:tc>
                  <a:txBody>
                    <a:bodyPr/>
                    <a:lstStyle/>
                    <a:p>
                      <a:r>
                        <a:rPr lang="fr-BE" sz="2300" b="1"/>
                        <a:t>Type</a:t>
                      </a:r>
                      <a:endParaRPr lang="x-none" sz="2300"/>
                    </a:p>
                  </a:txBody>
                  <a:tcPr marL="115767" marR="115767" marT="57883" marB="57883"/>
                </a:tc>
                <a:tc>
                  <a:txBody>
                    <a:bodyPr/>
                    <a:lstStyle/>
                    <a:p>
                      <a:r>
                        <a:rPr lang="fr-BE" sz="2300" b="1"/>
                        <a:t>Description</a:t>
                      </a:r>
                      <a:endParaRPr lang="x-none" sz="2300"/>
                    </a:p>
                  </a:txBody>
                  <a:tcPr marL="115767" marR="115767" marT="57883" marB="57883"/>
                </a:tc>
                <a:extLst>
                  <a:ext uri="{0D108BD9-81ED-4DB2-BD59-A6C34878D82A}">
                    <a16:rowId xmlns:a16="http://schemas.microsoft.com/office/drawing/2014/main" xmlns="" val="1274955601"/>
                  </a:ext>
                </a:extLst>
              </a:tr>
              <a:tr h="509375">
                <a:tc>
                  <a:txBody>
                    <a:bodyPr/>
                    <a:lstStyle/>
                    <a:p>
                      <a:r>
                        <a:rPr lang="fr-BE" sz="2300"/>
                        <a:t>UserID</a:t>
                      </a:r>
                      <a:endParaRPr lang="x-none" sz="2300"/>
                    </a:p>
                  </a:txBody>
                  <a:tcPr marL="115767" marR="115767" marT="57883" marB="57883"/>
                </a:tc>
                <a:tc>
                  <a:txBody>
                    <a:bodyPr/>
                    <a:lstStyle/>
                    <a:p>
                      <a:pPr>
                        <a:buNone/>
                      </a:pPr>
                      <a:r>
                        <a:rPr lang="fr-BE" sz="2300"/>
                        <a:t>INT (PK)</a:t>
                      </a:r>
                    </a:p>
                  </a:txBody>
                  <a:tcPr marL="115767" marR="115767" marT="57883" marB="57883" anchor="ctr"/>
                </a:tc>
                <a:tc>
                  <a:txBody>
                    <a:bodyPr/>
                    <a:lstStyle/>
                    <a:p>
                      <a:pPr>
                        <a:buNone/>
                      </a:pPr>
                      <a:r>
                        <a:rPr lang="fr-BE" sz="2300"/>
                        <a:t>Auto-increment</a:t>
                      </a:r>
                    </a:p>
                  </a:txBody>
                  <a:tcPr marL="115767" marR="115767" marT="57883" marB="57883" anchor="ctr"/>
                </a:tc>
                <a:extLst>
                  <a:ext uri="{0D108BD9-81ED-4DB2-BD59-A6C34878D82A}">
                    <a16:rowId xmlns:a16="http://schemas.microsoft.com/office/drawing/2014/main" xmlns="" val="3463509961"/>
                  </a:ext>
                </a:extLst>
              </a:tr>
              <a:tr h="509375">
                <a:tc>
                  <a:txBody>
                    <a:bodyPr/>
                    <a:lstStyle/>
                    <a:p>
                      <a:r>
                        <a:rPr lang="en-US" sz="2300"/>
                        <a:t>FullName</a:t>
                      </a:r>
                      <a:endParaRPr lang="x-none" sz="2300"/>
                    </a:p>
                  </a:txBody>
                  <a:tcPr marL="115767" marR="115767" marT="57883" marB="57883"/>
                </a:tc>
                <a:tc>
                  <a:txBody>
                    <a:bodyPr/>
                    <a:lstStyle/>
                    <a:p>
                      <a:pPr>
                        <a:buNone/>
                      </a:pPr>
                      <a:r>
                        <a:rPr lang="fr-BE" sz="2300"/>
                        <a:t>NVARCHAR(100)</a:t>
                      </a:r>
                    </a:p>
                  </a:txBody>
                  <a:tcPr marL="115767" marR="115767" marT="57883" marB="57883" anchor="ctr"/>
                </a:tc>
                <a:tc>
                  <a:txBody>
                    <a:bodyPr/>
                    <a:lstStyle/>
                    <a:p>
                      <a:pPr>
                        <a:buNone/>
                      </a:pPr>
                      <a:r>
                        <a:rPr lang="fr-BE" sz="2300"/>
                        <a:t>User’s name</a:t>
                      </a:r>
                    </a:p>
                  </a:txBody>
                  <a:tcPr marL="115767" marR="115767" marT="57883" marB="57883" anchor="ctr"/>
                </a:tc>
                <a:extLst>
                  <a:ext uri="{0D108BD9-81ED-4DB2-BD59-A6C34878D82A}">
                    <a16:rowId xmlns:a16="http://schemas.microsoft.com/office/drawing/2014/main" xmlns="" val="2867110916"/>
                  </a:ext>
                </a:extLst>
              </a:tr>
              <a:tr h="509375">
                <a:tc>
                  <a:txBody>
                    <a:bodyPr/>
                    <a:lstStyle/>
                    <a:p>
                      <a:r>
                        <a:rPr lang="en-US" sz="2300"/>
                        <a:t>Email</a:t>
                      </a:r>
                      <a:endParaRPr lang="x-none" sz="2300"/>
                    </a:p>
                  </a:txBody>
                  <a:tcPr marL="115767" marR="115767" marT="57883" marB="57883"/>
                </a:tc>
                <a:tc>
                  <a:txBody>
                    <a:bodyPr/>
                    <a:lstStyle/>
                    <a:p>
                      <a:pPr>
                        <a:buNone/>
                      </a:pPr>
                      <a:r>
                        <a:rPr lang="fr-BE" sz="2300"/>
                        <a:t>NVARCHAR(100)</a:t>
                      </a:r>
                    </a:p>
                  </a:txBody>
                  <a:tcPr marL="115767" marR="115767" marT="57883" marB="57883" anchor="ctr"/>
                </a:tc>
                <a:tc>
                  <a:txBody>
                    <a:bodyPr/>
                    <a:lstStyle/>
                    <a:p>
                      <a:pPr>
                        <a:buNone/>
                      </a:pPr>
                      <a:r>
                        <a:rPr lang="fr-BE" sz="2300"/>
                        <a:t>Unique email</a:t>
                      </a:r>
                    </a:p>
                  </a:txBody>
                  <a:tcPr marL="115767" marR="115767" marT="57883" marB="57883" anchor="ctr"/>
                </a:tc>
                <a:extLst>
                  <a:ext uri="{0D108BD9-81ED-4DB2-BD59-A6C34878D82A}">
                    <a16:rowId xmlns:a16="http://schemas.microsoft.com/office/drawing/2014/main" xmlns="" val="4116082902"/>
                  </a:ext>
                </a:extLst>
              </a:tr>
              <a:tr h="509375">
                <a:tc>
                  <a:txBody>
                    <a:bodyPr/>
                    <a:lstStyle/>
                    <a:p>
                      <a:r>
                        <a:rPr lang="fr-BE" sz="2300"/>
                        <a:t>PasswordHash</a:t>
                      </a:r>
                      <a:endParaRPr lang="x-none" sz="2300"/>
                    </a:p>
                  </a:txBody>
                  <a:tcPr marL="115767" marR="115767" marT="57883" marB="57883"/>
                </a:tc>
                <a:tc>
                  <a:txBody>
                    <a:bodyPr/>
                    <a:lstStyle/>
                    <a:p>
                      <a:pPr>
                        <a:buNone/>
                      </a:pPr>
                      <a:r>
                        <a:rPr lang="fr-BE" sz="2300"/>
                        <a:t>NVARCHAR(MAX)</a:t>
                      </a:r>
                    </a:p>
                  </a:txBody>
                  <a:tcPr marL="115767" marR="115767" marT="57883" marB="57883" anchor="ctr"/>
                </a:tc>
                <a:tc>
                  <a:txBody>
                    <a:bodyPr/>
                    <a:lstStyle/>
                    <a:p>
                      <a:pPr>
                        <a:buNone/>
                      </a:pPr>
                      <a:r>
                        <a:rPr lang="fr-BE" sz="2300"/>
                        <a:t>Encrypted password</a:t>
                      </a:r>
                    </a:p>
                  </a:txBody>
                  <a:tcPr marL="115767" marR="115767" marT="57883" marB="57883" anchor="ctr"/>
                </a:tc>
                <a:extLst>
                  <a:ext uri="{0D108BD9-81ED-4DB2-BD59-A6C34878D82A}">
                    <a16:rowId xmlns:a16="http://schemas.microsoft.com/office/drawing/2014/main" xmlns="" val="3864497194"/>
                  </a:ext>
                </a:extLst>
              </a:tr>
              <a:tr h="856676">
                <a:tc>
                  <a:txBody>
                    <a:bodyPr/>
                    <a:lstStyle/>
                    <a:p>
                      <a:r>
                        <a:rPr lang="fr-BE" sz="2300"/>
                        <a:t>Role</a:t>
                      </a:r>
                      <a:endParaRPr lang="x-none" sz="2300"/>
                    </a:p>
                  </a:txBody>
                  <a:tcPr marL="115767" marR="115767" marT="57883" marB="57883"/>
                </a:tc>
                <a:tc>
                  <a:txBody>
                    <a:bodyPr/>
                    <a:lstStyle/>
                    <a:p>
                      <a:pPr>
                        <a:buNone/>
                      </a:pPr>
                      <a:r>
                        <a:rPr lang="fr-BE" sz="2300"/>
                        <a:t>NVARCHAR(20)</a:t>
                      </a:r>
                    </a:p>
                  </a:txBody>
                  <a:tcPr marL="115767" marR="115767" marT="57883" marB="57883" anchor="ctr"/>
                </a:tc>
                <a:tc>
                  <a:txBody>
                    <a:bodyPr/>
                    <a:lstStyle/>
                    <a:p>
                      <a:pPr>
                        <a:buNone/>
                      </a:pPr>
                      <a:r>
                        <a:rPr lang="fr-BE" sz="2300"/>
                        <a:t>'NonResident', 'Resident', 'Admin'</a:t>
                      </a:r>
                    </a:p>
                  </a:txBody>
                  <a:tcPr marL="115767" marR="115767" marT="57883" marB="57883" anchor="ctr"/>
                </a:tc>
                <a:extLst>
                  <a:ext uri="{0D108BD9-81ED-4DB2-BD59-A6C34878D82A}">
                    <a16:rowId xmlns:a16="http://schemas.microsoft.com/office/drawing/2014/main" xmlns="" val="3877241063"/>
                  </a:ext>
                </a:extLst>
              </a:tr>
              <a:tr h="509375">
                <a:tc>
                  <a:txBody>
                    <a:bodyPr/>
                    <a:lstStyle/>
                    <a:p>
                      <a:r>
                        <a:rPr lang="fr-BE" sz="2300"/>
                        <a:t>IsApproved</a:t>
                      </a:r>
                      <a:endParaRPr lang="x-none" sz="2300"/>
                    </a:p>
                  </a:txBody>
                  <a:tcPr marL="115767" marR="115767" marT="57883" marB="57883"/>
                </a:tc>
                <a:tc>
                  <a:txBody>
                    <a:bodyPr/>
                    <a:lstStyle/>
                    <a:p>
                      <a:pPr>
                        <a:buNone/>
                      </a:pPr>
                      <a:r>
                        <a:rPr lang="fr-BE" sz="2300"/>
                        <a:t>BIT</a:t>
                      </a:r>
                    </a:p>
                  </a:txBody>
                  <a:tcPr marL="115767" marR="115767" marT="57883" marB="57883" anchor="ctr"/>
                </a:tc>
                <a:tc>
                  <a:txBody>
                    <a:bodyPr/>
                    <a:lstStyle/>
                    <a:p>
                      <a:pPr>
                        <a:buNone/>
                      </a:pPr>
                      <a:r>
                        <a:rPr lang="fr-BE" sz="2300"/>
                        <a:t>1 = Approved, 0 = Pending</a:t>
                      </a:r>
                    </a:p>
                  </a:txBody>
                  <a:tcPr marL="115767" marR="115767" marT="57883" marB="57883" anchor="ctr"/>
                </a:tc>
                <a:extLst>
                  <a:ext uri="{0D108BD9-81ED-4DB2-BD59-A6C34878D82A}">
                    <a16:rowId xmlns:a16="http://schemas.microsoft.com/office/drawing/2014/main" xmlns="" val="1323914340"/>
                  </a:ext>
                </a:extLst>
              </a:tr>
              <a:tr h="509375">
                <a:tc>
                  <a:txBody>
                    <a:bodyPr/>
                    <a:lstStyle/>
                    <a:p>
                      <a:r>
                        <a:rPr lang="fr-BE" sz="2300"/>
                        <a:t>CreatedAt</a:t>
                      </a:r>
                      <a:endParaRPr lang="x-none" sz="2300"/>
                    </a:p>
                  </a:txBody>
                  <a:tcPr marL="115767" marR="115767" marT="57883" marB="57883"/>
                </a:tc>
                <a:tc>
                  <a:txBody>
                    <a:bodyPr/>
                    <a:lstStyle/>
                    <a:p>
                      <a:pPr>
                        <a:buNone/>
                      </a:pPr>
                      <a:r>
                        <a:rPr lang="fr-BE" sz="2300"/>
                        <a:t>NVARCHAR(20)</a:t>
                      </a:r>
                    </a:p>
                  </a:txBody>
                  <a:tcPr marL="115767" marR="115767" marT="57883" marB="57883"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2300"/>
                        <a:t>Default = GETDATE()</a:t>
                      </a:r>
                    </a:p>
                  </a:txBody>
                  <a:tcPr marL="115767" marR="115767" marT="57883" marB="57883" anchor="ctr"/>
                </a:tc>
                <a:extLst>
                  <a:ext uri="{0D108BD9-81ED-4DB2-BD59-A6C34878D82A}">
                    <a16:rowId xmlns:a16="http://schemas.microsoft.com/office/drawing/2014/main" xmlns="" val="2999541876"/>
                  </a:ext>
                </a:extLst>
              </a:tr>
            </a:tbl>
          </a:graphicData>
        </a:graphic>
      </p:graphicFrame>
    </p:spTree>
    <p:extLst>
      <p:ext uri="{BB962C8B-B14F-4D97-AF65-F5344CB8AC3E}">
        <p14:creationId xmlns:p14="http://schemas.microsoft.com/office/powerpoint/2010/main" val="79370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2CACCA79-61D7-BBF6-A416-F39DA2ABDC15}"/>
              </a:ext>
            </a:extLst>
          </p:cNvPr>
          <p:cNvSpPr>
            <a:spLocks noGrp="1"/>
          </p:cNvSpPr>
          <p:nvPr>
            <p:ph type="title"/>
          </p:nvPr>
        </p:nvSpPr>
        <p:spPr>
          <a:xfrm>
            <a:off x="1371599" y="294538"/>
            <a:ext cx="9895951" cy="1033669"/>
          </a:xfrm>
        </p:spPr>
        <p:txBody>
          <a:bodyPr>
            <a:normAutofit/>
          </a:bodyPr>
          <a:lstStyle/>
          <a:p>
            <a:r>
              <a:rPr lang="fr-BE" sz="4000">
                <a:solidFill>
                  <a:srgbClr val="FFFFFF"/>
                </a:solidFill>
              </a:rPr>
              <a:t>SQL Example</a:t>
            </a:r>
            <a:endParaRPr lang="x-none" sz="4000">
              <a:solidFill>
                <a:srgbClr val="FFFFFF"/>
              </a:solidFill>
            </a:endParaRPr>
          </a:p>
        </p:txBody>
      </p:sp>
      <p:sp>
        <p:nvSpPr>
          <p:cNvPr id="3" name="Content Placeholder 2">
            <a:extLst>
              <a:ext uri="{FF2B5EF4-FFF2-40B4-BE49-F238E27FC236}">
                <a16:creationId xmlns:a16="http://schemas.microsoft.com/office/drawing/2014/main" xmlns="" id="{02A79B23-25BE-1442-D18A-F84BC66CE9F6}"/>
              </a:ext>
            </a:extLst>
          </p:cNvPr>
          <p:cNvSpPr>
            <a:spLocks noGrp="1"/>
          </p:cNvSpPr>
          <p:nvPr>
            <p:ph idx="1"/>
          </p:nvPr>
        </p:nvSpPr>
        <p:spPr>
          <a:xfrm>
            <a:off x="1371599" y="2318197"/>
            <a:ext cx="9724031" cy="3683358"/>
          </a:xfrm>
        </p:spPr>
        <p:txBody>
          <a:bodyPr anchor="ctr">
            <a:normAutofit/>
          </a:bodyPr>
          <a:lstStyle/>
          <a:p>
            <a:r>
              <a:rPr lang="fr-BE" sz="2000" b="1">
                <a:latin typeface="Aptos" panose="020B0004020202020204" pitchFamily="34" charset="0"/>
              </a:rPr>
              <a:t>CREATE TABLE Users (</a:t>
            </a:r>
          </a:p>
          <a:p>
            <a:r>
              <a:rPr lang="fr-BE" sz="2000" b="1">
                <a:latin typeface="Aptos" panose="020B0004020202020204" pitchFamily="34" charset="0"/>
              </a:rPr>
              <a:t>  UserID INT IDENTITY(1,1) PRIMARY KEY,</a:t>
            </a:r>
          </a:p>
          <a:p>
            <a:r>
              <a:rPr lang="fr-BE" sz="2000" b="1">
                <a:latin typeface="Aptos" panose="020B0004020202020204" pitchFamily="34" charset="0"/>
              </a:rPr>
              <a:t>  FullName NVARCHAR(100) NOT NULL,</a:t>
            </a:r>
          </a:p>
          <a:p>
            <a:r>
              <a:rPr lang="fr-BE" sz="2000" b="1">
                <a:latin typeface="Aptos" panose="020B0004020202020204" pitchFamily="34" charset="0"/>
              </a:rPr>
              <a:t>  Email NVARCHAR(100) UNIQUE NOT NULL,</a:t>
            </a:r>
          </a:p>
          <a:p>
            <a:r>
              <a:rPr lang="fr-BE" sz="2000" b="1">
                <a:latin typeface="Aptos" panose="020B0004020202020204" pitchFamily="34" charset="0"/>
              </a:rPr>
              <a:t>  PasswordHash NVARCHAR(MAX) NOT NULL,</a:t>
            </a:r>
          </a:p>
          <a:p>
            <a:r>
              <a:rPr lang="fr-BE" sz="2000" b="1">
                <a:latin typeface="Aptos" panose="020B0004020202020204" pitchFamily="34" charset="0"/>
              </a:rPr>
              <a:t>  Role NVARCHAR(20) DEFAULT 'NonResident',</a:t>
            </a:r>
          </a:p>
          <a:p>
            <a:r>
              <a:rPr lang="fr-BE" sz="2000" b="1">
                <a:latin typeface="Aptos" panose="020B0004020202020204" pitchFamily="34" charset="0"/>
              </a:rPr>
              <a:t>  IsApproved BIT DEFAULT 0,</a:t>
            </a:r>
          </a:p>
          <a:p>
            <a:r>
              <a:rPr lang="fr-BE" sz="2000" b="1">
                <a:latin typeface="Aptos" panose="020B0004020202020204" pitchFamily="34" charset="0"/>
              </a:rPr>
              <a:t>  CreatedAt DATETIME DEFAULT GETDATE()</a:t>
            </a:r>
          </a:p>
          <a:p>
            <a:r>
              <a:rPr lang="fr-BE" sz="2000" b="1">
                <a:latin typeface="Aptos" panose="020B0004020202020204" pitchFamily="34" charset="0"/>
              </a:rPr>
              <a:t>);</a:t>
            </a:r>
            <a:endParaRPr lang="x-none" sz="2000" b="1">
              <a:latin typeface="Aptos" panose="020B0004020202020204" pitchFamily="34" charset="0"/>
            </a:endParaRPr>
          </a:p>
        </p:txBody>
      </p:sp>
    </p:spTree>
    <p:extLst>
      <p:ext uri="{BB962C8B-B14F-4D97-AF65-F5344CB8AC3E}">
        <p14:creationId xmlns:p14="http://schemas.microsoft.com/office/powerpoint/2010/main" val="3615128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BACC6370-2D7E-4714-9D71-7542949D7D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F68B3F68-107C-434F-AA38-110D5EA91B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AAD0DBB9-1A4B-4391-81D4-CB19F9AB91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xmlns="" id="{063BBA22-50EA-4C4D-BE05-F1CE4E63AA5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27917CFA-821F-428E-84FE-EF42A08C7E2E}"/>
              </a:ext>
            </a:extLst>
          </p:cNvPr>
          <p:cNvSpPr>
            <a:spLocks noGrp="1"/>
          </p:cNvSpPr>
          <p:nvPr>
            <p:ph type="title"/>
          </p:nvPr>
        </p:nvSpPr>
        <p:spPr>
          <a:xfrm>
            <a:off x="1371597" y="348865"/>
            <a:ext cx="10044023" cy="877729"/>
          </a:xfrm>
        </p:spPr>
        <p:txBody>
          <a:bodyPr anchor="ctr">
            <a:normAutofit/>
          </a:bodyPr>
          <a:lstStyle/>
          <a:p>
            <a:r>
              <a:rPr lang="fr-BE" sz="4000" b="1">
                <a:solidFill>
                  <a:srgbClr val="FFFFFF"/>
                </a:solidFill>
                <a:latin typeface="Aptos" panose="020B0004020202020204" pitchFamily="34" charset="0"/>
              </a:rPr>
              <a:t>BACKEND</a:t>
            </a:r>
            <a:r>
              <a:rPr lang="fr-BE" sz="4000">
                <a:solidFill>
                  <a:srgbClr val="FFFFFF"/>
                </a:solidFill>
              </a:rPr>
              <a:t> </a:t>
            </a:r>
            <a:r>
              <a:rPr lang="fr-BE" sz="4000" b="1">
                <a:solidFill>
                  <a:srgbClr val="FFFFFF"/>
                </a:solidFill>
                <a:latin typeface="Aptos" panose="020B0004020202020204" pitchFamily="34" charset="0"/>
              </a:rPr>
              <a:t>LOGIC SUMMARY</a:t>
            </a:r>
            <a:endParaRPr lang="x-none" sz="4000" b="1">
              <a:solidFill>
                <a:srgbClr val="FFFFFF"/>
              </a:solidFill>
              <a:latin typeface="Aptos" panose="020B0004020202020204" pitchFamily="34" charset="0"/>
            </a:endParaRPr>
          </a:p>
        </p:txBody>
      </p:sp>
      <p:graphicFrame>
        <p:nvGraphicFramePr>
          <p:cNvPr id="7" name="Rectangle 1">
            <a:extLst>
              <a:ext uri="{FF2B5EF4-FFF2-40B4-BE49-F238E27FC236}">
                <a16:creationId xmlns:a16="http://schemas.microsoft.com/office/drawing/2014/main" xmlns="" id="{A425DB3D-2929-BFA8-F56B-FF52FBFEDB98}"/>
              </a:ext>
            </a:extLst>
          </p:cNvPr>
          <p:cNvGraphicFramePr>
            <a:graphicFrameLocks noGrp="1"/>
          </p:cNvGraphicFramePr>
          <p:nvPr>
            <p:ph idx="1"/>
            <p:extLst>
              <p:ext uri="{D42A27DB-BD31-4B8C-83A1-F6EECF244321}">
                <p14:modId xmlns:p14="http://schemas.microsoft.com/office/powerpoint/2010/main" val="2521911775"/>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27579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xmlns="" id="{5D4C7AC1-1E17-B342-B551-AC3407731B81}"/>
              </a:ext>
            </a:extLst>
          </p:cNvPr>
          <p:cNvSpPr txBox="1"/>
          <p:nvPr/>
        </p:nvSpPr>
        <p:spPr>
          <a:xfrm>
            <a:off x="1371599" y="2318197"/>
            <a:ext cx="9724031" cy="3683358"/>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800" b="1"/>
              <a:t>export const registerUser = async (req, res) =&gt; {</a:t>
            </a:r>
          </a:p>
          <a:p>
            <a:pPr indent="-228600">
              <a:lnSpc>
                <a:spcPct val="90000"/>
              </a:lnSpc>
              <a:spcAft>
                <a:spcPts val="600"/>
              </a:spcAft>
              <a:buFont typeface="Arial" panose="020B0604020202020204" pitchFamily="34" charset="0"/>
              <a:buChar char="•"/>
            </a:pPr>
            <a:r>
              <a:rPr lang="en-US" sz="800" b="1"/>
              <a:t>  const { fullName, email, password } = req.body;</a:t>
            </a:r>
          </a:p>
          <a:p>
            <a:pPr indent="-228600">
              <a:lnSpc>
                <a:spcPct val="90000"/>
              </a:lnSpc>
              <a:spcAft>
                <a:spcPts val="600"/>
              </a:spcAft>
              <a:buFont typeface="Arial" panose="020B0604020202020204" pitchFamily="34" charset="0"/>
              <a:buChar char="•"/>
            </a:pPr>
            <a:r>
              <a:rPr lang="en-US" sz="800" b="1"/>
              <a:t>  const hashed = await bcrypt.hash(password, 10);</a:t>
            </a:r>
          </a:p>
          <a:p>
            <a:pPr indent="-228600">
              <a:lnSpc>
                <a:spcPct val="90000"/>
              </a:lnSpc>
              <a:spcAft>
                <a:spcPts val="600"/>
              </a:spcAft>
              <a:buFont typeface="Arial" panose="020B0604020202020204" pitchFamily="34" charset="0"/>
              <a:buChar char="•"/>
            </a:pPr>
            <a:endParaRPr lang="en-US" sz="800" b="1"/>
          </a:p>
          <a:p>
            <a:pPr indent="-228600">
              <a:lnSpc>
                <a:spcPct val="90000"/>
              </a:lnSpc>
              <a:spcAft>
                <a:spcPts val="600"/>
              </a:spcAft>
              <a:buFont typeface="Arial" panose="020B0604020202020204" pitchFamily="34" charset="0"/>
              <a:buChar char="•"/>
            </a:pPr>
            <a:r>
              <a:rPr lang="en-US" sz="800" b="1"/>
              <a:t>  const pool = await sql.connect(dbConfig);</a:t>
            </a:r>
          </a:p>
          <a:p>
            <a:pPr indent="-228600">
              <a:lnSpc>
                <a:spcPct val="90000"/>
              </a:lnSpc>
              <a:spcAft>
                <a:spcPts val="600"/>
              </a:spcAft>
              <a:buFont typeface="Arial" panose="020B0604020202020204" pitchFamily="34" charset="0"/>
              <a:buChar char="•"/>
            </a:pPr>
            <a:r>
              <a:rPr lang="en-US" sz="800" b="1"/>
              <a:t>  await pool.request()</a:t>
            </a:r>
          </a:p>
          <a:p>
            <a:pPr indent="-228600">
              <a:lnSpc>
                <a:spcPct val="90000"/>
              </a:lnSpc>
              <a:spcAft>
                <a:spcPts val="600"/>
              </a:spcAft>
              <a:buFont typeface="Arial" panose="020B0604020202020204" pitchFamily="34" charset="0"/>
              <a:buChar char="•"/>
            </a:pPr>
            <a:r>
              <a:rPr lang="en-US" sz="800" b="1"/>
              <a:t>    .input("FullName", sql.NVarChar, fullName)</a:t>
            </a:r>
          </a:p>
          <a:p>
            <a:pPr indent="-228600">
              <a:lnSpc>
                <a:spcPct val="90000"/>
              </a:lnSpc>
              <a:spcAft>
                <a:spcPts val="600"/>
              </a:spcAft>
              <a:buFont typeface="Arial" panose="020B0604020202020204" pitchFamily="34" charset="0"/>
              <a:buChar char="•"/>
            </a:pPr>
            <a:r>
              <a:rPr lang="en-US" sz="800" b="1"/>
              <a:t>    .input("Email", sql.NVarChar, email)</a:t>
            </a:r>
          </a:p>
          <a:p>
            <a:pPr indent="-228600">
              <a:lnSpc>
                <a:spcPct val="90000"/>
              </a:lnSpc>
              <a:spcAft>
                <a:spcPts val="600"/>
              </a:spcAft>
              <a:buFont typeface="Arial" panose="020B0604020202020204" pitchFamily="34" charset="0"/>
              <a:buChar char="•"/>
            </a:pPr>
            <a:r>
              <a:rPr lang="en-US" sz="800" b="1"/>
              <a:t>    .input("PasswordHash", sql.NVarChar, hashed)</a:t>
            </a:r>
          </a:p>
          <a:p>
            <a:pPr indent="-228600">
              <a:lnSpc>
                <a:spcPct val="90000"/>
              </a:lnSpc>
              <a:spcAft>
                <a:spcPts val="600"/>
              </a:spcAft>
              <a:buFont typeface="Arial" panose="020B0604020202020204" pitchFamily="34" charset="0"/>
              <a:buChar char="•"/>
            </a:pPr>
            <a:r>
              <a:rPr lang="en-US" sz="800" b="1"/>
              <a:t>    .query(`</a:t>
            </a:r>
          </a:p>
          <a:p>
            <a:pPr indent="-228600">
              <a:lnSpc>
                <a:spcPct val="90000"/>
              </a:lnSpc>
              <a:spcAft>
                <a:spcPts val="600"/>
              </a:spcAft>
              <a:buFont typeface="Arial" panose="020B0604020202020204" pitchFamily="34" charset="0"/>
              <a:buChar char="•"/>
            </a:pPr>
            <a:r>
              <a:rPr lang="en-US" sz="800" b="1"/>
              <a:t>      INSERT INTO Users (FullName, Email, PasswordHash, Role, IsApproved)</a:t>
            </a:r>
          </a:p>
          <a:p>
            <a:pPr indent="-228600">
              <a:lnSpc>
                <a:spcPct val="90000"/>
              </a:lnSpc>
              <a:spcAft>
                <a:spcPts val="600"/>
              </a:spcAft>
              <a:buFont typeface="Arial" panose="020B0604020202020204" pitchFamily="34" charset="0"/>
              <a:buChar char="•"/>
            </a:pPr>
            <a:r>
              <a:rPr lang="en-US" sz="800" b="1"/>
              <a:t>      VALUES (@FullName, @Email, @PasswordHash, 'NonResident', 0)</a:t>
            </a:r>
          </a:p>
          <a:p>
            <a:pPr indent="-228600">
              <a:lnSpc>
                <a:spcPct val="90000"/>
              </a:lnSpc>
              <a:spcAft>
                <a:spcPts val="600"/>
              </a:spcAft>
              <a:buFont typeface="Arial" panose="020B0604020202020204" pitchFamily="34" charset="0"/>
              <a:buChar char="•"/>
            </a:pPr>
            <a:r>
              <a:rPr lang="en-US" sz="800" b="1"/>
              <a:t>    `);</a:t>
            </a:r>
          </a:p>
          <a:p>
            <a:pPr indent="-228600">
              <a:lnSpc>
                <a:spcPct val="90000"/>
              </a:lnSpc>
              <a:spcAft>
                <a:spcPts val="600"/>
              </a:spcAft>
              <a:buFont typeface="Arial" panose="020B0604020202020204" pitchFamily="34" charset="0"/>
              <a:buChar char="•"/>
            </a:pPr>
            <a:endParaRPr lang="en-US" sz="800" b="1"/>
          </a:p>
          <a:p>
            <a:pPr indent="-228600">
              <a:lnSpc>
                <a:spcPct val="90000"/>
              </a:lnSpc>
              <a:spcAft>
                <a:spcPts val="600"/>
              </a:spcAft>
              <a:buFont typeface="Arial" panose="020B0604020202020204" pitchFamily="34" charset="0"/>
              <a:buChar char="•"/>
            </a:pPr>
            <a:r>
              <a:rPr lang="en-US" sz="800" b="1"/>
              <a:t>  res.json({</a:t>
            </a:r>
          </a:p>
          <a:p>
            <a:pPr indent="-228600">
              <a:lnSpc>
                <a:spcPct val="90000"/>
              </a:lnSpc>
              <a:spcAft>
                <a:spcPts val="600"/>
              </a:spcAft>
              <a:buFont typeface="Arial" panose="020B0604020202020204" pitchFamily="34" charset="0"/>
              <a:buChar char="•"/>
            </a:pPr>
            <a:r>
              <a:rPr lang="en-US" sz="800" b="1"/>
              <a:t>    message: "Registration successful! Awaiting admin approval.",</a:t>
            </a:r>
          </a:p>
          <a:p>
            <a:pPr indent="-228600">
              <a:lnSpc>
                <a:spcPct val="90000"/>
              </a:lnSpc>
              <a:spcAft>
                <a:spcPts val="600"/>
              </a:spcAft>
              <a:buFont typeface="Arial" panose="020B0604020202020204" pitchFamily="34" charset="0"/>
              <a:buChar char="•"/>
            </a:pPr>
            <a:r>
              <a:rPr lang="en-US" sz="800" b="1"/>
              <a:t>  });</a:t>
            </a:r>
          </a:p>
          <a:p>
            <a:pPr indent="-228600">
              <a:lnSpc>
                <a:spcPct val="90000"/>
              </a:lnSpc>
              <a:spcAft>
                <a:spcPts val="600"/>
              </a:spcAft>
              <a:buFont typeface="Arial" panose="020B0604020202020204" pitchFamily="34" charset="0"/>
              <a:buChar char="•"/>
            </a:pPr>
            <a:r>
              <a:rPr lang="en-US" sz="800" b="1"/>
              <a:t>};</a:t>
            </a:r>
          </a:p>
        </p:txBody>
      </p:sp>
    </p:spTree>
    <p:extLst>
      <p:ext uri="{BB962C8B-B14F-4D97-AF65-F5344CB8AC3E}">
        <p14:creationId xmlns:p14="http://schemas.microsoft.com/office/powerpoint/2010/main" val="2894801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xmlns="" id="{1B15ED52-F352-441B-82BF-E0EA34836D0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xmlns="" id="{3B2E3793-BFE6-45A2-9B7B-E18844431C9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C4C4868-CB8F-4AF9-9CDB-8108F2C19B6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xmlns="" id="{375E0459-6403-40CD-989D-56A4407CA12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xmlns="" id="{53E5B1A8-3AC9-4BD1-9BBC-78CA94F2D1B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572FAFDA-752F-3D31-B333-5DC0A37DBB88}"/>
              </a:ext>
            </a:extLst>
          </p:cNvPr>
          <p:cNvSpPr>
            <a:spLocks noGrp="1"/>
          </p:cNvSpPr>
          <p:nvPr>
            <p:ph type="title"/>
          </p:nvPr>
        </p:nvSpPr>
        <p:spPr>
          <a:xfrm>
            <a:off x="1371599" y="294538"/>
            <a:ext cx="9895951" cy="1033669"/>
          </a:xfrm>
        </p:spPr>
        <p:txBody>
          <a:bodyPr>
            <a:normAutofit/>
          </a:bodyPr>
          <a:lstStyle/>
          <a:p>
            <a:r>
              <a:rPr lang="fr-BE" sz="4000" b="1">
                <a:solidFill>
                  <a:srgbClr val="FFFFFF"/>
                </a:solidFill>
                <a:latin typeface="Aptos" panose="020B0004020202020204" pitchFamily="34" charset="0"/>
              </a:rPr>
              <a:t>ADMIN APPROVAL ENDPOINT</a:t>
            </a:r>
            <a:endParaRPr lang="x-none" sz="4000" b="1">
              <a:solidFill>
                <a:srgbClr val="FFFFFF"/>
              </a:solidFill>
              <a:latin typeface="Aptos" panose="020B0004020202020204" pitchFamily="34" charset="0"/>
            </a:endParaRPr>
          </a:p>
        </p:txBody>
      </p:sp>
      <p:sp>
        <p:nvSpPr>
          <p:cNvPr id="3" name="Content Placeholder 2">
            <a:extLst>
              <a:ext uri="{FF2B5EF4-FFF2-40B4-BE49-F238E27FC236}">
                <a16:creationId xmlns:a16="http://schemas.microsoft.com/office/drawing/2014/main" xmlns="" id="{3A693CC4-2BF2-3E77-B8C6-3FCC60E3288B}"/>
              </a:ext>
            </a:extLst>
          </p:cNvPr>
          <p:cNvSpPr>
            <a:spLocks noGrp="1"/>
          </p:cNvSpPr>
          <p:nvPr>
            <p:ph idx="1"/>
          </p:nvPr>
        </p:nvSpPr>
        <p:spPr>
          <a:xfrm>
            <a:off x="1371599" y="2318197"/>
            <a:ext cx="9724031" cy="3683358"/>
          </a:xfrm>
        </p:spPr>
        <p:txBody>
          <a:bodyPr anchor="ctr">
            <a:normAutofit/>
          </a:bodyPr>
          <a:lstStyle/>
          <a:p>
            <a:pPr marL="0" indent="0">
              <a:buNone/>
            </a:pPr>
            <a:r>
              <a:rPr lang="fr-BE" sz="1100" b="1"/>
              <a:t>// Approve user - Admin only</a:t>
            </a:r>
          </a:p>
          <a:p>
            <a:pPr marL="0" indent="0">
              <a:buNone/>
            </a:pPr>
            <a:r>
              <a:rPr lang="fr-BE" sz="1100" b="1"/>
              <a:t>export const approveResident = async (req, res) =&gt; {</a:t>
            </a:r>
          </a:p>
          <a:p>
            <a:pPr marL="0" indent="0">
              <a:buNone/>
            </a:pPr>
            <a:r>
              <a:rPr lang="fr-BE" sz="1100" b="1"/>
              <a:t>  const { userId } = req.body;</a:t>
            </a:r>
          </a:p>
          <a:p>
            <a:pPr marL="0" indent="0">
              <a:buNone/>
            </a:pPr>
            <a:endParaRPr lang="fr-BE" sz="1100" b="1"/>
          </a:p>
          <a:p>
            <a:pPr marL="0" indent="0">
              <a:buNone/>
            </a:pPr>
            <a:r>
              <a:rPr lang="fr-BE" sz="1100" b="1"/>
              <a:t>  const pool = await sql.connect(dbConfig);</a:t>
            </a:r>
          </a:p>
          <a:p>
            <a:pPr marL="0" indent="0">
              <a:buNone/>
            </a:pPr>
            <a:r>
              <a:rPr lang="fr-BE" sz="1100" b="1"/>
              <a:t>  await pool.request()</a:t>
            </a:r>
          </a:p>
          <a:p>
            <a:pPr marL="0" indent="0">
              <a:buNone/>
            </a:pPr>
            <a:r>
              <a:rPr lang="fr-BE" sz="1100" b="1"/>
              <a:t>    .input("UserID", sql.Int, userId)</a:t>
            </a:r>
          </a:p>
          <a:p>
            <a:pPr marL="0" indent="0">
              <a:buNone/>
            </a:pPr>
            <a:r>
              <a:rPr lang="fr-BE" sz="1100" b="1"/>
              <a:t>    .query(`</a:t>
            </a:r>
          </a:p>
          <a:p>
            <a:pPr marL="0" indent="0">
              <a:buNone/>
            </a:pPr>
            <a:r>
              <a:rPr lang="fr-BE" sz="1100" b="1"/>
              <a:t>      UPDATE Users SET Role = 'Resident', IsApproved = 1 WHERE UserID = @UserID</a:t>
            </a:r>
          </a:p>
          <a:p>
            <a:pPr marL="0" indent="0">
              <a:buNone/>
            </a:pPr>
            <a:r>
              <a:rPr lang="fr-BE" sz="1100" b="1"/>
              <a:t>    `);</a:t>
            </a:r>
          </a:p>
          <a:p>
            <a:pPr marL="0" indent="0">
              <a:buNone/>
            </a:pPr>
            <a:endParaRPr lang="fr-BE" sz="1100" b="1"/>
          </a:p>
          <a:p>
            <a:pPr marL="0" indent="0">
              <a:buNone/>
            </a:pPr>
            <a:r>
              <a:rPr lang="fr-BE" sz="1100" b="1"/>
              <a:t>  res.json({ message: "Resident approved successfully </a:t>
            </a:r>
            <a:r>
              <a:rPr lang="x-none" sz="1100" b="1"/>
              <a:t>✅" });</a:t>
            </a:r>
          </a:p>
          <a:p>
            <a:pPr marL="0" indent="0">
              <a:buNone/>
            </a:pPr>
            <a:r>
              <a:rPr lang="x-none" sz="1100" b="1"/>
              <a:t>};</a:t>
            </a:r>
          </a:p>
          <a:p>
            <a:pPr marL="0" indent="0">
              <a:buNone/>
            </a:pPr>
            <a:endParaRPr lang="x-none" sz="1100"/>
          </a:p>
        </p:txBody>
      </p:sp>
    </p:spTree>
    <p:extLst>
      <p:ext uri="{BB962C8B-B14F-4D97-AF65-F5344CB8AC3E}">
        <p14:creationId xmlns:p14="http://schemas.microsoft.com/office/powerpoint/2010/main" val="2124941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BACC6370-2D7E-4714-9D71-7542949D7D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F68B3F68-107C-434F-AA38-110D5EA91B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AAD0DBB9-1A4B-4391-81D4-CB19F9AB91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xmlns="" id="{063BBA22-50EA-4C4D-BE05-F1CE4E63AA5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1">
            <a:extLst>
              <a:ext uri="{FF2B5EF4-FFF2-40B4-BE49-F238E27FC236}">
                <a16:creationId xmlns:a16="http://schemas.microsoft.com/office/drawing/2014/main" xmlns="" id="{EECC3F8B-E39F-9B8B-E25B-D244E6C02D6A}"/>
              </a:ext>
            </a:extLst>
          </p:cNvPr>
          <p:cNvSpPr>
            <a:spLocks noChangeArrowheads="1"/>
          </p:cNvSpPr>
          <p:nvPr/>
        </p:nvSpPr>
        <p:spPr bwMode="auto">
          <a:xfrm>
            <a:off x="1371597" y="348865"/>
            <a:ext cx="10044023" cy="87772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fontAlgn="base">
              <a:lnSpc>
                <a:spcPct val="90000"/>
              </a:lnSpc>
              <a:spcBef>
                <a:spcPct val="0"/>
              </a:spcBef>
              <a:spcAft>
                <a:spcPts val="600"/>
              </a:spcAft>
              <a:buClrTx/>
              <a:buSzTx/>
              <a:tabLst/>
            </a:pPr>
            <a:r>
              <a:rPr kumimoji="0" lang="en-US" altLang="x-none" sz="4000" b="1" i="0" u="none" strike="noStrike" kern="1200" cap="none" normalizeH="0" baseline="0">
                <a:ln>
                  <a:noFill/>
                </a:ln>
                <a:solidFill>
                  <a:srgbClr val="FFFFFF"/>
                </a:solidFill>
                <a:effectLst/>
                <a:latin typeface="+mj-lt"/>
                <a:ea typeface="+mj-ea"/>
                <a:cs typeface="+mj-cs"/>
              </a:rPr>
              <a:t>Summary of flow</a:t>
            </a:r>
          </a:p>
          <a:p>
            <a:pPr marL="0" marR="0" lvl="0" indent="0" fontAlgn="base">
              <a:lnSpc>
                <a:spcPct val="90000"/>
              </a:lnSpc>
              <a:spcBef>
                <a:spcPct val="0"/>
              </a:spcBef>
              <a:spcAft>
                <a:spcPts val="600"/>
              </a:spcAft>
              <a:buClrTx/>
              <a:buSzTx/>
              <a:tabLst/>
            </a:pPr>
            <a:endParaRPr kumimoji="0" lang="en-US" altLang="x-none" sz="4000" b="0" i="0" u="none" strike="noStrike" kern="1200" cap="none" normalizeH="0" baseline="0">
              <a:ln>
                <a:noFill/>
              </a:ln>
              <a:solidFill>
                <a:srgbClr val="FFFFFF"/>
              </a:solidFill>
              <a:effectLst/>
              <a:latin typeface="+mj-lt"/>
              <a:ea typeface="+mj-ea"/>
              <a:cs typeface="+mj-cs"/>
            </a:endParaRPr>
          </a:p>
        </p:txBody>
      </p:sp>
      <p:sp>
        <p:nvSpPr>
          <p:cNvPr id="4" name="Footer Placeholder 3">
            <a:extLst>
              <a:ext uri="{FF2B5EF4-FFF2-40B4-BE49-F238E27FC236}">
                <a16:creationId xmlns:a16="http://schemas.microsoft.com/office/drawing/2014/main" xmlns="" id="{DCE1890C-D718-FD6F-F99C-BAE2CC7498FB}"/>
              </a:ext>
            </a:extLst>
          </p:cNvPr>
          <p:cNvSpPr>
            <a:spLocks noGrp="1"/>
          </p:cNvSpPr>
          <p:nvPr>
            <p:ph type="ftr" sz="quarter" idx="11"/>
          </p:nvPr>
        </p:nvSpPr>
        <p:spPr>
          <a:xfrm rot="5400000">
            <a:off x="-1828800" y="1984248"/>
            <a:ext cx="4114800" cy="365125"/>
          </a:xfrm>
        </p:spPr>
        <p:txBody>
          <a:bodyPr vert="horz" lIns="91440" tIns="45720" rIns="91440" bIns="45720" rtlCol="0" anchor="ctr">
            <a:normAutofit/>
          </a:bodyPr>
          <a:lstStyle/>
          <a:p>
            <a:pPr algn="l"/>
            <a:endParaRPr lang="en-US" sz="1100" kern="1200">
              <a:solidFill>
                <a:srgbClr val="FFFFFF"/>
              </a:solidFill>
              <a:latin typeface="+mn-lt"/>
              <a:ea typeface="+mn-ea"/>
              <a:cs typeface="+mn-cs"/>
            </a:endParaRPr>
          </a:p>
        </p:txBody>
      </p:sp>
      <p:graphicFrame>
        <p:nvGraphicFramePr>
          <p:cNvPr id="5" name="Content Placeholder 4">
            <a:extLst>
              <a:ext uri="{FF2B5EF4-FFF2-40B4-BE49-F238E27FC236}">
                <a16:creationId xmlns:a16="http://schemas.microsoft.com/office/drawing/2014/main" xmlns="" id="{8BDCF6EE-E46B-2277-C8A3-98E6CED4E960}"/>
              </a:ext>
            </a:extLst>
          </p:cNvPr>
          <p:cNvGraphicFramePr>
            <a:graphicFrameLocks noGrp="1"/>
          </p:cNvGraphicFramePr>
          <p:nvPr>
            <p:ph idx="1"/>
            <p:extLst>
              <p:ext uri="{D42A27DB-BD31-4B8C-83A1-F6EECF244321}">
                <p14:modId xmlns:p14="http://schemas.microsoft.com/office/powerpoint/2010/main" val="3867442479"/>
              </p:ext>
            </p:extLst>
          </p:nvPr>
        </p:nvGraphicFramePr>
        <p:xfrm>
          <a:off x="644056" y="2367938"/>
          <a:ext cx="10927830" cy="3682087"/>
        </p:xfrm>
        <a:graphic>
          <a:graphicData uri="http://schemas.openxmlformats.org/drawingml/2006/table">
            <a:tbl>
              <a:tblPr firstRow="1" bandRow="1" bandCol="1">
                <a:tableStyleId>{FABFCF23-3B69-468F-B69F-88F6DE6A72F2}</a:tableStyleId>
              </a:tblPr>
              <a:tblGrid>
                <a:gridCol w="2610836">
                  <a:extLst>
                    <a:ext uri="{9D8B030D-6E8A-4147-A177-3AD203B41FA5}">
                      <a16:colId xmlns:a16="http://schemas.microsoft.com/office/drawing/2014/main" xmlns="" val="1237336526"/>
                    </a:ext>
                  </a:extLst>
                </a:gridCol>
                <a:gridCol w="3822049">
                  <a:extLst>
                    <a:ext uri="{9D8B030D-6E8A-4147-A177-3AD203B41FA5}">
                      <a16:colId xmlns:a16="http://schemas.microsoft.com/office/drawing/2014/main" xmlns="" val="20143646"/>
                    </a:ext>
                  </a:extLst>
                </a:gridCol>
                <a:gridCol w="4494945">
                  <a:extLst>
                    <a:ext uri="{9D8B030D-6E8A-4147-A177-3AD203B41FA5}">
                      <a16:colId xmlns:a16="http://schemas.microsoft.com/office/drawing/2014/main" xmlns="" val="1597268209"/>
                    </a:ext>
                  </a:extLst>
                </a:gridCol>
              </a:tblGrid>
              <a:tr h="609067">
                <a:tc>
                  <a:txBody>
                    <a:bodyPr/>
                    <a:lstStyle/>
                    <a:p>
                      <a:pPr>
                        <a:buNone/>
                      </a:pPr>
                      <a:r>
                        <a:rPr lang="fr-BE" sz="2700"/>
                        <a:t>User Type</a:t>
                      </a:r>
                    </a:p>
                  </a:txBody>
                  <a:tcPr marL="138424" marR="138424" marT="69212" marB="69212" anchor="ctr"/>
                </a:tc>
                <a:tc>
                  <a:txBody>
                    <a:bodyPr/>
                    <a:lstStyle/>
                    <a:p>
                      <a:pPr>
                        <a:buNone/>
                      </a:pPr>
                      <a:r>
                        <a:rPr lang="fr-BE" sz="2700"/>
                        <a:t>Access</a:t>
                      </a:r>
                    </a:p>
                  </a:txBody>
                  <a:tcPr marL="138424" marR="138424" marT="69212" marB="69212" anchor="ctr"/>
                </a:tc>
                <a:tc>
                  <a:txBody>
                    <a:bodyPr/>
                    <a:lstStyle/>
                    <a:p>
                      <a:pPr>
                        <a:buNone/>
                      </a:pPr>
                      <a:r>
                        <a:rPr lang="fr-BE" sz="2700"/>
                        <a:t>Description</a:t>
                      </a:r>
                    </a:p>
                  </a:txBody>
                  <a:tcPr marL="138424" marR="138424" marT="69212" marB="69212" anchor="ctr"/>
                </a:tc>
                <a:extLst>
                  <a:ext uri="{0D108BD9-81ED-4DB2-BD59-A6C34878D82A}">
                    <a16:rowId xmlns:a16="http://schemas.microsoft.com/office/drawing/2014/main" xmlns="" val="1998560679"/>
                  </a:ext>
                </a:extLst>
              </a:tr>
              <a:tr h="1024340">
                <a:tc>
                  <a:txBody>
                    <a:bodyPr/>
                    <a:lstStyle/>
                    <a:p>
                      <a:pPr>
                        <a:buNone/>
                      </a:pPr>
                      <a:r>
                        <a:rPr lang="fr-BE" sz="2700" b="1"/>
                        <a:t>Non-resident</a:t>
                      </a:r>
                      <a:endParaRPr lang="fr-BE" sz="2700"/>
                    </a:p>
                  </a:txBody>
                  <a:tcPr marL="138424" marR="138424" marT="69212" marB="69212" anchor="ctr"/>
                </a:tc>
                <a:tc>
                  <a:txBody>
                    <a:bodyPr/>
                    <a:lstStyle/>
                    <a:p>
                      <a:pPr>
                        <a:buNone/>
                      </a:pPr>
                      <a:r>
                        <a:rPr lang="en-US" sz="2700"/>
                        <a:t>Limited (home, about, contact, etc.)</a:t>
                      </a:r>
                    </a:p>
                  </a:txBody>
                  <a:tcPr marL="138424" marR="138424" marT="69212" marB="69212" anchor="ctr"/>
                </a:tc>
                <a:tc>
                  <a:txBody>
                    <a:bodyPr/>
                    <a:lstStyle/>
                    <a:p>
                      <a:pPr>
                        <a:buNone/>
                      </a:pPr>
                      <a:r>
                        <a:rPr lang="en-US" sz="2700" dirty="0"/>
                        <a:t>Registers and waits for approval</a:t>
                      </a:r>
                    </a:p>
                  </a:txBody>
                  <a:tcPr marL="138424" marR="138424" marT="69212" marB="69212" anchor="ctr"/>
                </a:tc>
                <a:extLst>
                  <a:ext uri="{0D108BD9-81ED-4DB2-BD59-A6C34878D82A}">
                    <a16:rowId xmlns:a16="http://schemas.microsoft.com/office/drawing/2014/main" xmlns="" val="1984584470"/>
                  </a:ext>
                </a:extLst>
              </a:tr>
              <a:tr h="1024340">
                <a:tc>
                  <a:txBody>
                    <a:bodyPr/>
                    <a:lstStyle/>
                    <a:p>
                      <a:pPr>
                        <a:buNone/>
                      </a:pPr>
                      <a:r>
                        <a:rPr lang="fr-BE" sz="2700" b="1"/>
                        <a:t>Admin</a:t>
                      </a:r>
                      <a:endParaRPr lang="fr-BE" sz="2700"/>
                    </a:p>
                  </a:txBody>
                  <a:tcPr marL="138424" marR="138424" marT="69212" marB="69212" anchor="ctr"/>
                </a:tc>
                <a:tc>
                  <a:txBody>
                    <a:bodyPr/>
                    <a:lstStyle/>
                    <a:p>
                      <a:pPr>
                        <a:buNone/>
                      </a:pPr>
                      <a:r>
                        <a:rPr lang="fr-BE" sz="2700"/>
                        <a:t>Full</a:t>
                      </a:r>
                    </a:p>
                  </a:txBody>
                  <a:tcPr marL="138424" marR="138424" marT="69212" marB="69212" anchor="ctr"/>
                </a:tc>
                <a:tc>
                  <a:txBody>
                    <a:bodyPr/>
                    <a:lstStyle/>
                    <a:p>
                      <a:pPr>
                        <a:buNone/>
                      </a:pPr>
                      <a:r>
                        <a:rPr lang="fr-BE" sz="2700" dirty="0"/>
                        <a:t>Can </a:t>
                      </a:r>
                      <a:r>
                        <a:rPr lang="fr-BE" sz="2700" dirty="0" err="1"/>
                        <a:t>approve</a:t>
                      </a:r>
                      <a:r>
                        <a:rPr lang="fr-BE" sz="2700" dirty="0"/>
                        <a:t> </a:t>
                      </a:r>
                      <a:r>
                        <a:rPr lang="fr-BE" sz="2700" dirty="0" err="1"/>
                        <a:t>residents</a:t>
                      </a:r>
                      <a:r>
                        <a:rPr lang="fr-BE" sz="2700" dirty="0"/>
                        <a:t> via /</a:t>
                      </a:r>
                      <a:r>
                        <a:rPr lang="fr-BE" sz="2700" dirty="0" err="1"/>
                        <a:t>approve-resident</a:t>
                      </a:r>
                      <a:endParaRPr lang="fr-BE" sz="2700" dirty="0"/>
                    </a:p>
                  </a:txBody>
                  <a:tcPr marL="138424" marR="138424" marT="69212" marB="69212" anchor="ctr"/>
                </a:tc>
                <a:extLst>
                  <a:ext uri="{0D108BD9-81ED-4DB2-BD59-A6C34878D82A}">
                    <a16:rowId xmlns:a16="http://schemas.microsoft.com/office/drawing/2014/main" xmlns="" val="1822339678"/>
                  </a:ext>
                </a:extLst>
              </a:tr>
              <a:tr h="1024340">
                <a:tc>
                  <a:txBody>
                    <a:bodyPr/>
                    <a:lstStyle/>
                    <a:p>
                      <a:pPr>
                        <a:buNone/>
                      </a:pPr>
                      <a:r>
                        <a:rPr lang="fr-BE" sz="2700" b="1"/>
                        <a:t>Resident</a:t>
                      </a:r>
                      <a:endParaRPr lang="fr-BE" sz="2700"/>
                    </a:p>
                  </a:txBody>
                  <a:tcPr marL="138424" marR="138424" marT="69212" marB="69212" anchor="ctr"/>
                </a:tc>
                <a:tc>
                  <a:txBody>
                    <a:bodyPr/>
                    <a:lstStyle/>
                    <a:p>
                      <a:pPr>
                        <a:buNone/>
                      </a:pPr>
                      <a:r>
                        <a:rPr lang="fr-BE" sz="2700"/>
                        <a:t>Full</a:t>
                      </a:r>
                    </a:p>
                  </a:txBody>
                  <a:tcPr marL="138424" marR="138424" marT="69212" marB="69212" anchor="ctr"/>
                </a:tc>
                <a:tc>
                  <a:txBody>
                    <a:bodyPr/>
                    <a:lstStyle/>
                    <a:p>
                      <a:pPr>
                        <a:buNone/>
                      </a:pPr>
                      <a:r>
                        <a:rPr lang="en-US" sz="2700" dirty="0"/>
                        <a:t>Gets access to Resident Portal after </a:t>
                      </a:r>
                      <a:r>
                        <a:rPr lang="en-US" sz="2700" dirty="0" err="1"/>
                        <a:t>approv</a:t>
                      </a:r>
                      <a:endParaRPr lang="en-US" sz="2700" dirty="0"/>
                    </a:p>
                  </a:txBody>
                  <a:tcPr marL="138424" marR="138424" marT="69212" marB="69212" anchor="ctr"/>
                </a:tc>
                <a:extLst>
                  <a:ext uri="{0D108BD9-81ED-4DB2-BD59-A6C34878D82A}">
                    <a16:rowId xmlns:a16="http://schemas.microsoft.com/office/drawing/2014/main" xmlns="" val="4260989660"/>
                  </a:ext>
                </a:extLst>
              </a:tr>
            </a:tbl>
          </a:graphicData>
        </a:graphic>
      </p:graphicFrame>
    </p:spTree>
    <p:extLst>
      <p:ext uri="{BB962C8B-B14F-4D97-AF65-F5344CB8AC3E}">
        <p14:creationId xmlns:p14="http://schemas.microsoft.com/office/powerpoint/2010/main" val="706351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D2A09F-215C-3A42-2120-4038A94437EB}"/>
              </a:ext>
            </a:extLst>
          </p:cNvPr>
          <p:cNvSpPr>
            <a:spLocks noGrp="1"/>
          </p:cNvSpPr>
          <p:nvPr>
            <p:ph type="title"/>
          </p:nvPr>
        </p:nvSpPr>
        <p:spPr/>
        <p:txBody>
          <a:bodyPr/>
          <a:lstStyle/>
          <a:p>
            <a:r>
              <a:rPr lang="fr-BE" sz="3600" b="1" dirty="0">
                <a:solidFill>
                  <a:schemeClr val="tx2"/>
                </a:solidFill>
                <a:latin typeface="Aptos" panose="020B0004020202020204" pitchFamily="34" charset="0"/>
              </a:rPr>
              <a:t>backend/routes/authRoutes.js</a:t>
            </a:r>
            <a:endParaRPr lang="x-none" sz="3600" b="1" dirty="0">
              <a:solidFill>
                <a:schemeClr val="tx2"/>
              </a:solidFill>
              <a:latin typeface="Aptos" panose="020B0004020202020204" pitchFamily="34" charset="0"/>
            </a:endParaRPr>
          </a:p>
        </p:txBody>
      </p:sp>
      <p:graphicFrame>
        <p:nvGraphicFramePr>
          <p:cNvPr id="5" name="Content Placeholder 4">
            <a:extLst>
              <a:ext uri="{FF2B5EF4-FFF2-40B4-BE49-F238E27FC236}">
                <a16:creationId xmlns:a16="http://schemas.microsoft.com/office/drawing/2014/main" xmlns="" id="{FF844995-37F5-F5F3-6AFA-AC990987201E}"/>
              </a:ext>
            </a:extLst>
          </p:cNvPr>
          <p:cNvGraphicFramePr>
            <a:graphicFrameLocks noGrp="1"/>
          </p:cNvGraphicFramePr>
          <p:nvPr>
            <p:ph idx="1"/>
            <p:extLst>
              <p:ext uri="{D42A27DB-BD31-4B8C-83A1-F6EECF244321}">
                <p14:modId xmlns:p14="http://schemas.microsoft.com/office/powerpoint/2010/main" val="1345915556"/>
              </p:ext>
            </p:extLst>
          </p:nvPr>
        </p:nvGraphicFramePr>
        <p:xfrm>
          <a:off x="612058" y="1799851"/>
          <a:ext cx="10515600" cy="2377440"/>
        </p:xfrm>
        <a:graphic>
          <a:graphicData uri="http://schemas.openxmlformats.org/drawingml/2006/table">
            <a:tbl>
              <a:tblPr firstRow="1" lastRow="1">
                <a:tableStyleId>{7DF18680-E054-41AD-8BC1-D1AEF772440D}</a:tableStyleId>
              </a:tblPr>
              <a:tblGrid>
                <a:gridCol w="3505200">
                  <a:extLst>
                    <a:ext uri="{9D8B030D-6E8A-4147-A177-3AD203B41FA5}">
                      <a16:colId xmlns:a16="http://schemas.microsoft.com/office/drawing/2014/main" xmlns="" val="1410707547"/>
                    </a:ext>
                  </a:extLst>
                </a:gridCol>
                <a:gridCol w="3505200">
                  <a:extLst>
                    <a:ext uri="{9D8B030D-6E8A-4147-A177-3AD203B41FA5}">
                      <a16:colId xmlns:a16="http://schemas.microsoft.com/office/drawing/2014/main" xmlns="" val="724647104"/>
                    </a:ext>
                  </a:extLst>
                </a:gridCol>
                <a:gridCol w="3505200">
                  <a:extLst>
                    <a:ext uri="{9D8B030D-6E8A-4147-A177-3AD203B41FA5}">
                      <a16:colId xmlns:a16="http://schemas.microsoft.com/office/drawing/2014/main" xmlns="" val="270610920"/>
                    </a:ext>
                  </a:extLst>
                </a:gridCol>
              </a:tblGrid>
              <a:tr h="0">
                <a:tc>
                  <a:txBody>
                    <a:bodyPr/>
                    <a:lstStyle/>
                    <a:p>
                      <a:pPr>
                        <a:buNone/>
                      </a:pPr>
                      <a:r>
                        <a:rPr lang="fr-BE" dirty="0"/>
                        <a:t>Route</a:t>
                      </a:r>
                    </a:p>
                  </a:txBody>
                  <a:tcPr anchor="ctr"/>
                </a:tc>
                <a:tc>
                  <a:txBody>
                    <a:bodyPr/>
                    <a:lstStyle/>
                    <a:p>
                      <a:pPr>
                        <a:buNone/>
                      </a:pPr>
                      <a:r>
                        <a:rPr lang="fr-BE"/>
                        <a:t>Access</a:t>
                      </a:r>
                    </a:p>
                  </a:txBody>
                  <a:tcPr anchor="ctr"/>
                </a:tc>
                <a:tc>
                  <a:txBody>
                    <a:bodyPr/>
                    <a:lstStyle/>
                    <a:p>
                      <a:pPr>
                        <a:buNone/>
                      </a:pPr>
                      <a:r>
                        <a:rPr lang="fr-BE"/>
                        <a:t>Description</a:t>
                      </a:r>
                    </a:p>
                  </a:txBody>
                  <a:tcPr anchor="ctr"/>
                </a:tc>
                <a:extLst>
                  <a:ext uri="{0D108BD9-81ED-4DB2-BD59-A6C34878D82A}">
                    <a16:rowId xmlns:a16="http://schemas.microsoft.com/office/drawing/2014/main" xmlns="" val="35041443"/>
                  </a:ext>
                </a:extLst>
              </a:tr>
              <a:tr h="0">
                <a:tc>
                  <a:txBody>
                    <a:bodyPr/>
                    <a:lstStyle/>
                    <a:p>
                      <a:pPr>
                        <a:buNone/>
                      </a:pPr>
                      <a:r>
                        <a:rPr lang="fr-BE" b="1" dirty="0"/>
                        <a:t>POST /</a:t>
                      </a:r>
                      <a:r>
                        <a:rPr lang="fr-BE" b="1" dirty="0" err="1"/>
                        <a:t>register</a:t>
                      </a:r>
                      <a:endParaRPr lang="fr-BE" dirty="0"/>
                    </a:p>
                  </a:txBody>
                  <a:tcPr anchor="ctr"/>
                </a:tc>
                <a:tc>
                  <a:txBody>
                    <a:bodyPr/>
                    <a:lstStyle/>
                    <a:p>
                      <a:pPr>
                        <a:buNone/>
                      </a:pPr>
                      <a:r>
                        <a:rPr lang="fr-BE"/>
                        <a:t>Public</a:t>
                      </a:r>
                    </a:p>
                  </a:txBody>
                  <a:tcPr anchor="ctr"/>
                </a:tc>
                <a:tc>
                  <a:txBody>
                    <a:bodyPr/>
                    <a:lstStyle/>
                    <a:p>
                      <a:pPr>
                        <a:buNone/>
                      </a:pPr>
                      <a:r>
                        <a:rPr lang="en-US"/>
                        <a:t>Register new users (default NonResident, not approved)</a:t>
                      </a:r>
                    </a:p>
                  </a:txBody>
                  <a:tcPr anchor="ctr"/>
                </a:tc>
                <a:extLst>
                  <a:ext uri="{0D108BD9-81ED-4DB2-BD59-A6C34878D82A}">
                    <a16:rowId xmlns:a16="http://schemas.microsoft.com/office/drawing/2014/main" xmlns="" val="2766046673"/>
                  </a:ext>
                </a:extLst>
              </a:tr>
              <a:tr h="0">
                <a:tc>
                  <a:txBody>
                    <a:bodyPr/>
                    <a:lstStyle/>
                    <a:p>
                      <a:pPr>
                        <a:buNone/>
                      </a:pPr>
                      <a:r>
                        <a:rPr lang="fr-BE" b="1" dirty="0"/>
                        <a:t>POST /login</a:t>
                      </a:r>
                      <a:endParaRPr lang="fr-BE" dirty="0"/>
                    </a:p>
                  </a:txBody>
                  <a:tcPr anchor="ctr"/>
                </a:tc>
                <a:tc>
                  <a:txBody>
                    <a:bodyPr/>
                    <a:lstStyle/>
                    <a:p>
                      <a:pPr>
                        <a:buNone/>
                      </a:pPr>
                      <a:r>
                        <a:rPr lang="fr-BE"/>
                        <a:t>Public</a:t>
                      </a:r>
                    </a:p>
                  </a:txBody>
                  <a:tcPr anchor="ctr"/>
                </a:tc>
                <a:tc>
                  <a:txBody>
                    <a:bodyPr/>
                    <a:lstStyle/>
                    <a:p>
                      <a:pPr>
                        <a:buNone/>
                      </a:pPr>
                      <a:r>
                        <a:rPr lang="fr-BE"/>
                        <a:t>Login for all users</a:t>
                      </a:r>
                    </a:p>
                  </a:txBody>
                  <a:tcPr anchor="ctr"/>
                </a:tc>
                <a:extLst>
                  <a:ext uri="{0D108BD9-81ED-4DB2-BD59-A6C34878D82A}">
                    <a16:rowId xmlns:a16="http://schemas.microsoft.com/office/drawing/2014/main" xmlns="" val="3932506266"/>
                  </a:ext>
                </a:extLst>
              </a:tr>
              <a:tr h="0">
                <a:tc>
                  <a:txBody>
                    <a:bodyPr/>
                    <a:lstStyle/>
                    <a:p>
                      <a:pPr>
                        <a:buNone/>
                      </a:pPr>
                      <a:r>
                        <a:rPr lang="fr-BE" b="1"/>
                        <a:t>PUT /update-profile</a:t>
                      </a:r>
                      <a:endParaRPr lang="fr-BE"/>
                    </a:p>
                  </a:txBody>
                  <a:tcPr anchor="ctr"/>
                </a:tc>
                <a:tc>
                  <a:txBody>
                    <a:bodyPr/>
                    <a:lstStyle/>
                    <a:p>
                      <a:pPr>
                        <a:buNone/>
                      </a:pPr>
                      <a:r>
                        <a:rPr lang="fr-BE"/>
                        <a:t>Authenticated (Residents only)</a:t>
                      </a:r>
                    </a:p>
                  </a:txBody>
                  <a:tcPr anchor="ctr"/>
                </a:tc>
                <a:tc>
                  <a:txBody>
                    <a:bodyPr/>
                    <a:lstStyle/>
                    <a:p>
                      <a:pPr>
                        <a:buNone/>
                      </a:pPr>
                      <a:r>
                        <a:rPr lang="fr-BE"/>
                        <a:t>Update user details</a:t>
                      </a:r>
                    </a:p>
                  </a:txBody>
                  <a:tcPr anchor="ctr"/>
                </a:tc>
                <a:extLst>
                  <a:ext uri="{0D108BD9-81ED-4DB2-BD59-A6C34878D82A}">
                    <a16:rowId xmlns:a16="http://schemas.microsoft.com/office/drawing/2014/main" xmlns="" val="3315867134"/>
                  </a:ext>
                </a:extLst>
              </a:tr>
              <a:tr h="0">
                <a:tc>
                  <a:txBody>
                    <a:bodyPr/>
                    <a:lstStyle/>
                    <a:p>
                      <a:pPr>
                        <a:buNone/>
                      </a:pPr>
                      <a:r>
                        <a:rPr lang="fr-BE" b="1"/>
                        <a:t>PUT /approve-resident</a:t>
                      </a:r>
                      <a:endParaRPr lang="fr-BE"/>
                    </a:p>
                  </a:txBody>
                  <a:tcPr anchor="ctr"/>
                </a:tc>
                <a:tc>
                  <a:txBody>
                    <a:bodyPr/>
                    <a:lstStyle/>
                    <a:p>
                      <a:pPr>
                        <a:buNone/>
                      </a:pPr>
                      <a:r>
                        <a:rPr lang="fr-BE"/>
                        <a:t>Admin only</a:t>
                      </a:r>
                    </a:p>
                  </a:txBody>
                  <a:tcPr anchor="ctr"/>
                </a:tc>
                <a:tc>
                  <a:txBody>
                    <a:bodyPr/>
                    <a:lstStyle/>
                    <a:p>
                      <a:pPr>
                        <a:buNone/>
                      </a:pPr>
                      <a:r>
                        <a:rPr lang="fr-BE" dirty="0" err="1"/>
                        <a:t>Approve</a:t>
                      </a:r>
                      <a:r>
                        <a:rPr lang="fr-BE" dirty="0"/>
                        <a:t> </a:t>
                      </a:r>
                      <a:r>
                        <a:rPr lang="fr-BE" dirty="0" err="1"/>
                        <a:t>pending</a:t>
                      </a:r>
                      <a:r>
                        <a:rPr lang="fr-BE" dirty="0"/>
                        <a:t> </a:t>
                      </a:r>
                      <a:r>
                        <a:rPr lang="fr-BE" dirty="0" err="1"/>
                        <a:t>NonResidents</a:t>
                      </a:r>
                      <a:r>
                        <a:rPr lang="fr-BE" dirty="0"/>
                        <a:t> → </a:t>
                      </a:r>
                      <a:r>
                        <a:rPr lang="fr-BE" dirty="0" err="1"/>
                        <a:t>Residents</a:t>
                      </a:r>
                      <a:endParaRPr lang="fr-BE" dirty="0"/>
                    </a:p>
                  </a:txBody>
                  <a:tcPr anchor="ctr"/>
                </a:tc>
                <a:extLst>
                  <a:ext uri="{0D108BD9-81ED-4DB2-BD59-A6C34878D82A}">
                    <a16:rowId xmlns:a16="http://schemas.microsoft.com/office/drawing/2014/main" xmlns="" val="363154934"/>
                  </a:ext>
                </a:extLst>
              </a:tr>
            </a:tbl>
          </a:graphicData>
        </a:graphic>
      </p:graphicFrame>
      <p:sp>
        <p:nvSpPr>
          <p:cNvPr id="4" name="Footer Placeholder 3">
            <a:extLst>
              <a:ext uri="{FF2B5EF4-FFF2-40B4-BE49-F238E27FC236}">
                <a16:creationId xmlns:a16="http://schemas.microsoft.com/office/drawing/2014/main" xmlns="" id="{D7A0E89F-F0B5-33C7-A098-0A3314CDF67A}"/>
              </a:ext>
            </a:extLst>
          </p:cNvPr>
          <p:cNvSpPr>
            <a:spLocks noGrp="1"/>
          </p:cNvSpPr>
          <p:nvPr>
            <p:ph type="ftr" sz="quarter" idx="11"/>
          </p:nvPr>
        </p:nvSpPr>
        <p:spPr/>
        <p:txBody>
          <a:bodyPr/>
          <a:lstStyle/>
          <a:p>
            <a:endParaRPr lang="en-US"/>
          </a:p>
        </p:txBody>
      </p:sp>
      <p:sp>
        <p:nvSpPr>
          <p:cNvPr id="6" name="Rectangle 1">
            <a:extLst>
              <a:ext uri="{FF2B5EF4-FFF2-40B4-BE49-F238E27FC236}">
                <a16:creationId xmlns:a16="http://schemas.microsoft.com/office/drawing/2014/main" xmlns="" id="{B7F64163-62C4-9D1D-CBFF-95E90D293D88}"/>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900" b="1" i="0" u="none" strike="noStrike" cap="none" normalizeH="0" baseline="0">
                <a:ln>
                  <a:noFill/>
                </a:ln>
                <a:solidFill>
                  <a:schemeClr val="tx1"/>
                </a:solidFill>
                <a:effectLst/>
                <a:latin typeface="Arial" panose="020B0604020202020204" pitchFamily="34" charset="0"/>
              </a:rPr>
              <a:t>What This Does: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x-none" altLang="x-none"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9042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7BFBC9A-AA3C-E84B-098E-DB2B9C9638B6}"/>
              </a:ext>
            </a:extLst>
          </p:cNvPr>
          <p:cNvSpPr>
            <a:spLocks noGrp="1"/>
          </p:cNvSpPr>
          <p:nvPr>
            <p:ph type="title"/>
          </p:nvPr>
        </p:nvSpPr>
        <p:spPr/>
        <p:txBody>
          <a:bodyPr/>
          <a:lstStyle/>
          <a:p>
            <a:r>
              <a:rPr lang="en-US" sz="3600" b="1" dirty="0">
                <a:solidFill>
                  <a:schemeClr val="tx2"/>
                </a:solidFill>
                <a:latin typeface="Aptos" panose="020B0004020202020204" pitchFamily="34" charset="0"/>
              </a:rPr>
              <a:t>PRIVILEDGES</a:t>
            </a:r>
            <a:endParaRPr lang="x-none" sz="3600" b="1" dirty="0">
              <a:solidFill>
                <a:schemeClr val="tx2"/>
              </a:solidFill>
              <a:latin typeface="Aptos" panose="020B0004020202020204" pitchFamily="34" charset="0"/>
            </a:endParaRPr>
          </a:p>
        </p:txBody>
      </p:sp>
      <p:sp>
        <p:nvSpPr>
          <p:cNvPr id="3" name="Content Placeholder 2">
            <a:extLst>
              <a:ext uri="{FF2B5EF4-FFF2-40B4-BE49-F238E27FC236}">
                <a16:creationId xmlns:a16="http://schemas.microsoft.com/office/drawing/2014/main" xmlns="" id="{03F671D8-0F0E-C725-26E8-A7FCE24DEB73}"/>
              </a:ext>
            </a:extLst>
          </p:cNvPr>
          <p:cNvSpPr>
            <a:spLocks noGrp="1"/>
          </p:cNvSpPr>
          <p:nvPr>
            <p:ph idx="1"/>
          </p:nvPr>
        </p:nvSpPr>
        <p:spPr/>
        <p:txBody>
          <a:bodyPr>
            <a:normAutofit/>
          </a:bodyPr>
          <a:lstStyle/>
          <a:p>
            <a:r>
              <a:rPr lang="en-US" sz="2000" b="1" dirty="0">
                <a:solidFill>
                  <a:schemeClr val="dk1"/>
                </a:solidFill>
              </a:rPr>
              <a:t>Landing Page (Visitor, not logged in)</a:t>
            </a:r>
          </a:p>
          <a:p>
            <a:r>
              <a:rPr lang="en-US" sz="1600" b="1" dirty="0">
                <a:solidFill>
                  <a:schemeClr val="dk1"/>
                </a:solidFill>
              </a:rPr>
              <a:t>Menu items:</a:t>
            </a:r>
          </a:p>
          <a:p>
            <a:r>
              <a:rPr lang="en-US" sz="1600" dirty="0">
                <a:solidFill>
                  <a:schemeClr val="dk1"/>
                </a:solidFill>
              </a:rPr>
              <a:t>About Us</a:t>
            </a:r>
          </a:p>
          <a:p>
            <a:r>
              <a:rPr lang="en-US" sz="1600" dirty="0">
                <a:solidFill>
                  <a:schemeClr val="dk1"/>
                </a:solidFill>
              </a:rPr>
              <a:t>Contact</a:t>
            </a:r>
          </a:p>
          <a:p>
            <a:r>
              <a:rPr lang="en-US" sz="1600" dirty="0">
                <a:solidFill>
                  <a:schemeClr val="dk1"/>
                </a:solidFill>
              </a:rPr>
              <a:t>Membership Requests</a:t>
            </a:r>
          </a:p>
          <a:p>
            <a:r>
              <a:rPr lang="en-US" sz="1600" dirty="0">
                <a:solidFill>
                  <a:schemeClr val="dk1"/>
                </a:solidFill>
              </a:rPr>
              <a:t>Login</a:t>
            </a:r>
          </a:p>
          <a:p>
            <a:r>
              <a:rPr lang="en-US" sz="1600" dirty="0">
                <a:solidFill>
                  <a:schemeClr val="dk1"/>
                </a:solidFill>
              </a:rPr>
              <a:t>Services Overview</a:t>
            </a:r>
          </a:p>
          <a:p>
            <a:r>
              <a:rPr lang="en-US" sz="1600" dirty="0">
                <a:solidFill>
                  <a:schemeClr val="dk1"/>
                </a:solidFill>
              </a:rPr>
              <a:t>Gallery</a:t>
            </a:r>
          </a:p>
          <a:p>
            <a:r>
              <a:rPr lang="en-US" sz="1600" dirty="0">
                <a:solidFill>
                  <a:schemeClr val="dk1"/>
                </a:solidFill>
              </a:rPr>
              <a:t>No profile, update, or admin links.</a:t>
            </a:r>
          </a:p>
          <a:p>
            <a:endParaRPr lang="x-none" dirty="0"/>
          </a:p>
        </p:txBody>
      </p:sp>
      <p:sp>
        <p:nvSpPr>
          <p:cNvPr id="6" name="TextBox 5">
            <a:extLst>
              <a:ext uri="{FF2B5EF4-FFF2-40B4-BE49-F238E27FC236}">
                <a16:creationId xmlns:a16="http://schemas.microsoft.com/office/drawing/2014/main" xmlns="" id="{08740167-8AA5-C87B-BEEE-77CA06C556CD}"/>
              </a:ext>
            </a:extLst>
          </p:cNvPr>
          <p:cNvSpPr txBox="1"/>
          <p:nvPr/>
        </p:nvSpPr>
        <p:spPr>
          <a:xfrm>
            <a:off x="5043948" y="1825625"/>
            <a:ext cx="6096000" cy="2585323"/>
          </a:xfrm>
          <a:prstGeom prst="rect">
            <a:avLst/>
          </a:prstGeom>
          <a:noFill/>
        </p:spPr>
        <p:txBody>
          <a:bodyPr wrap="square">
            <a:spAutoFit/>
          </a:bodyPr>
          <a:lstStyle/>
          <a:p>
            <a:pPr>
              <a:buNone/>
            </a:pPr>
            <a:r>
              <a:rPr lang="en-US" b="1" dirty="0"/>
              <a:t>Approved Resident Logged In</a:t>
            </a:r>
          </a:p>
          <a:p>
            <a:pPr>
              <a:buNone/>
            </a:pPr>
            <a:r>
              <a:rPr lang="en-US" b="1" dirty="0"/>
              <a:t>Menu items:</a:t>
            </a:r>
            <a:endParaRPr lang="en-US" dirty="0"/>
          </a:p>
          <a:p>
            <a:pPr>
              <a:buFont typeface="Arial" panose="020B0604020202020204" pitchFamily="34" charset="0"/>
              <a:buChar char="•"/>
            </a:pPr>
            <a:r>
              <a:rPr lang="en-US" dirty="0"/>
              <a:t>About Us</a:t>
            </a:r>
          </a:p>
          <a:p>
            <a:pPr>
              <a:buFont typeface="Arial" panose="020B0604020202020204" pitchFamily="34" charset="0"/>
              <a:buChar char="•"/>
            </a:pPr>
            <a:r>
              <a:rPr lang="en-US" dirty="0"/>
              <a:t>Contact</a:t>
            </a:r>
          </a:p>
          <a:p>
            <a:pPr>
              <a:buFont typeface="Arial" panose="020B0604020202020204" pitchFamily="34" charset="0"/>
              <a:buChar char="•"/>
            </a:pPr>
            <a:r>
              <a:rPr lang="en-US" dirty="0"/>
              <a:t>Membership Requests</a:t>
            </a:r>
          </a:p>
          <a:p>
            <a:pPr>
              <a:buFont typeface="Arial" panose="020B0604020202020204" pitchFamily="34" charset="0"/>
              <a:buChar char="•"/>
            </a:pPr>
            <a:r>
              <a:rPr lang="en-US" dirty="0"/>
              <a:t>Login (or hidden if logged in)</a:t>
            </a:r>
          </a:p>
          <a:p>
            <a:pPr>
              <a:buFont typeface="Arial" panose="020B0604020202020204" pitchFamily="34" charset="0"/>
              <a:buChar char="•"/>
            </a:pPr>
            <a:r>
              <a:rPr lang="en-US" dirty="0"/>
              <a:t>Services Overview</a:t>
            </a:r>
          </a:p>
          <a:p>
            <a:pPr>
              <a:buFont typeface="Arial" panose="020B0604020202020204" pitchFamily="34" charset="0"/>
              <a:buChar char="•"/>
            </a:pPr>
            <a:r>
              <a:rPr lang="en-US" dirty="0"/>
              <a:t>Gallery</a:t>
            </a:r>
          </a:p>
          <a:p>
            <a:pPr>
              <a:buFont typeface="Arial" panose="020B0604020202020204" pitchFamily="34" charset="0"/>
              <a:buChar char="•"/>
            </a:pPr>
            <a:r>
              <a:rPr lang="en-US" dirty="0"/>
              <a:t>Update Profile</a:t>
            </a:r>
          </a:p>
        </p:txBody>
      </p:sp>
      <p:sp>
        <p:nvSpPr>
          <p:cNvPr id="8" name="TextBox 7">
            <a:extLst>
              <a:ext uri="{FF2B5EF4-FFF2-40B4-BE49-F238E27FC236}">
                <a16:creationId xmlns:a16="http://schemas.microsoft.com/office/drawing/2014/main" xmlns="" id="{6D2CE404-FFF8-B922-CB64-7CB1B96AF3C0}"/>
              </a:ext>
            </a:extLst>
          </p:cNvPr>
          <p:cNvSpPr txBox="1"/>
          <p:nvPr/>
        </p:nvSpPr>
        <p:spPr>
          <a:xfrm>
            <a:off x="8091948" y="1825625"/>
            <a:ext cx="3972232" cy="1200329"/>
          </a:xfrm>
          <a:prstGeom prst="rect">
            <a:avLst/>
          </a:prstGeom>
          <a:noFill/>
        </p:spPr>
        <p:txBody>
          <a:bodyPr wrap="square">
            <a:spAutoFit/>
          </a:bodyPr>
          <a:lstStyle/>
          <a:p>
            <a:pPr>
              <a:buNone/>
            </a:pPr>
            <a:r>
              <a:rPr lang="en-US" b="1" dirty="0"/>
              <a:t>Admin Logged In</a:t>
            </a:r>
          </a:p>
          <a:p>
            <a:pPr>
              <a:buNone/>
            </a:pPr>
            <a:r>
              <a:rPr lang="en-US" b="1" dirty="0"/>
              <a:t>Menu items:</a:t>
            </a:r>
            <a:endParaRPr lang="en-US" dirty="0"/>
          </a:p>
          <a:p>
            <a:pPr>
              <a:buFont typeface="Arial" panose="020B0604020202020204" pitchFamily="34" charset="0"/>
              <a:buChar char="•"/>
            </a:pPr>
            <a:r>
              <a:rPr lang="en-US" dirty="0"/>
              <a:t>Everything a resident sees, </a:t>
            </a:r>
            <a:r>
              <a:rPr lang="en-US" b="1" dirty="0"/>
              <a:t>plus</a:t>
            </a:r>
            <a:r>
              <a:rPr lang="en-US" dirty="0"/>
              <a:t>:</a:t>
            </a:r>
          </a:p>
          <a:p>
            <a:pPr marL="742950" lvl="1" indent="-285750">
              <a:buFont typeface="Arial" panose="020B0604020202020204" pitchFamily="34" charset="0"/>
              <a:buChar char="•"/>
            </a:pPr>
            <a:r>
              <a:rPr lang="en-US" dirty="0"/>
              <a:t>Admin Portal</a:t>
            </a:r>
          </a:p>
        </p:txBody>
      </p:sp>
    </p:spTree>
    <p:extLst>
      <p:ext uri="{BB962C8B-B14F-4D97-AF65-F5344CB8AC3E}">
        <p14:creationId xmlns:p14="http://schemas.microsoft.com/office/powerpoint/2010/main" val="5284773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C3B586D-19F2-F2A9-C49E-EB5F0BC20F98}"/>
              </a:ext>
            </a:extLst>
          </p:cNvPr>
          <p:cNvSpPr>
            <a:spLocks noGrp="1"/>
          </p:cNvSpPr>
          <p:nvPr>
            <p:ph type="title"/>
          </p:nvPr>
        </p:nvSpPr>
        <p:spPr>
          <a:xfrm>
            <a:off x="838200" y="365125"/>
            <a:ext cx="10515600" cy="637765"/>
          </a:xfrm>
        </p:spPr>
        <p:txBody>
          <a:bodyPr>
            <a:normAutofit fontScale="90000"/>
          </a:bodyPr>
          <a:lstStyle/>
          <a:p>
            <a:r>
              <a:rPr lang="en-US" altLang="x-none" sz="3600" b="1" dirty="0">
                <a:solidFill>
                  <a:schemeClr val="tx2"/>
                </a:solidFill>
                <a:latin typeface="Aptos" panose="020B0004020202020204" pitchFamily="34" charset="0"/>
              </a:rPr>
              <a:t/>
            </a:r>
            <a:br>
              <a:rPr lang="en-US" altLang="x-none" sz="3600" b="1" dirty="0">
                <a:solidFill>
                  <a:schemeClr val="tx2"/>
                </a:solidFill>
                <a:latin typeface="Aptos" panose="020B0004020202020204" pitchFamily="34" charset="0"/>
              </a:rPr>
            </a:br>
            <a:r>
              <a:rPr lang="x-none" altLang="x-none" sz="3600" b="1" dirty="0">
                <a:solidFill>
                  <a:schemeClr val="tx2"/>
                </a:solidFill>
                <a:latin typeface="Aptos" panose="020B0004020202020204" pitchFamily="34" charset="0"/>
              </a:rPr>
              <a:t>Login</a:t>
            </a:r>
            <a:r>
              <a:rPr lang="x-none" altLang="x-none" b="1" dirty="0">
                <a:latin typeface="Arial" panose="020B0604020202020204" pitchFamily="34" charset="0"/>
              </a:rPr>
              <a:t> </a:t>
            </a:r>
            <a:r>
              <a:rPr lang="x-none" altLang="x-none" sz="3600" b="1" dirty="0">
                <a:solidFill>
                  <a:schemeClr val="tx2"/>
                </a:solidFill>
                <a:latin typeface="Aptos" panose="020B0004020202020204" pitchFamily="34" charset="0"/>
              </a:rPr>
              <a:t>process:</a:t>
            </a:r>
            <a:r>
              <a:rPr lang="en-US" altLang="x-none" sz="3600" b="1" dirty="0">
                <a:solidFill>
                  <a:schemeClr val="tx2"/>
                </a:solidFill>
                <a:latin typeface="Aptos" panose="020B0004020202020204" pitchFamily="34" charset="0"/>
              </a:rPr>
              <a:t> Visitor</a:t>
            </a:r>
            <a:r>
              <a:rPr lang="x-none" altLang="x-none" dirty="0">
                <a:latin typeface="Arial" panose="020B0604020202020204" pitchFamily="34" charset="0"/>
              </a:rPr>
              <a:t/>
            </a:r>
            <a:br>
              <a:rPr lang="x-none" altLang="x-none" dirty="0">
                <a:latin typeface="Arial" panose="020B0604020202020204" pitchFamily="34" charset="0"/>
              </a:rPr>
            </a:br>
            <a:endParaRPr lang="x-none" dirty="0"/>
          </a:p>
        </p:txBody>
      </p:sp>
      <p:sp>
        <p:nvSpPr>
          <p:cNvPr id="5" name="Rectangle 1">
            <a:extLst>
              <a:ext uri="{FF2B5EF4-FFF2-40B4-BE49-F238E27FC236}">
                <a16:creationId xmlns:a16="http://schemas.microsoft.com/office/drawing/2014/main" xmlns="" id="{B62785A4-4917-CEFE-45EE-8E06687D0253}"/>
              </a:ext>
            </a:extLst>
          </p:cNvPr>
          <p:cNvSpPr>
            <a:spLocks noGrp="1" noChangeArrowheads="1"/>
          </p:cNvSpPr>
          <p:nvPr>
            <p:ph idx="1"/>
          </p:nvPr>
        </p:nvSpPr>
        <p:spPr bwMode="auto">
          <a:xfrm>
            <a:off x="838200" y="3766458"/>
            <a:ext cx="9766328"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lnSpc>
                <a:spcPct val="100000"/>
              </a:lnSpc>
              <a:spcBef>
                <a:spcPct val="0"/>
              </a:spcBef>
              <a:spcAft>
                <a:spcPct val="0"/>
              </a:spcAft>
              <a:buFont typeface="Wingdings" panose="05000000000000000000" pitchFamily="2" charset="2"/>
              <a:buChar char="Ø"/>
            </a:pPr>
            <a:r>
              <a:rPr lang="x-none" altLang="x-none" sz="1800" b="1" dirty="0">
                <a:solidFill>
                  <a:schemeClr val="dk1"/>
                </a:solidFill>
              </a:rPr>
              <a:t>Register: Go to register.html and fill out your details.</a:t>
            </a:r>
          </a:p>
          <a:p>
            <a:pPr fontAlgn="base">
              <a:lnSpc>
                <a:spcPct val="100000"/>
              </a:lnSpc>
              <a:spcBef>
                <a:spcPct val="0"/>
              </a:spcBef>
              <a:spcAft>
                <a:spcPct val="0"/>
              </a:spcAft>
              <a:buFont typeface="Wingdings" panose="05000000000000000000" pitchFamily="2" charset="2"/>
              <a:buChar char="Ø"/>
            </a:pPr>
            <a:r>
              <a:rPr lang="x-none" altLang="x-none" sz="1800" b="1" dirty="0">
                <a:solidFill>
                  <a:schemeClr val="dk1"/>
                </a:solidFill>
              </a:rPr>
              <a:t>Approval: An Admin must approve your account (via the Admin portal).</a:t>
            </a:r>
          </a:p>
          <a:p>
            <a:pPr fontAlgn="base">
              <a:lnSpc>
                <a:spcPct val="100000"/>
              </a:lnSpc>
              <a:spcBef>
                <a:spcPct val="0"/>
              </a:spcBef>
              <a:spcAft>
                <a:spcPct val="0"/>
              </a:spcAft>
              <a:buFont typeface="Wingdings" panose="05000000000000000000" pitchFamily="2" charset="2"/>
              <a:buChar char="Ø"/>
            </a:pPr>
            <a:r>
              <a:rPr lang="x-none" altLang="x-none" sz="1800" b="1" dirty="0">
                <a:solidFill>
                  <a:schemeClr val="dk1"/>
                </a:solidFill>
              </a:rPr>
              <a:t>Login: Once approved, go to login.html and enter your credentials.</a:t>
            </a:r>
          </a:p>
          <a:p>
            <a:pPr fontAlgn="base">
              <a:lnSpc>
                <a:spcPct val="100000"/>
              </a:lnSpc>
              <a:spcBef>
                <a:spcPct val="0"/>
              </a:spcBef>
              <a:spcAft>
                <a:spcPct val="0"/>
              </a:spcAft>
              <a:buFont typeface="Wingdings" panose="05000000000000000000" pitchFamily="2" charset="2"/>
              <a:buChar char="Ø"/>
            </a:pPr>
            <a:r>
              <a:rPr lang="x-none" altLang="x-none" sz="1800" b="1" dirty="0">
                <a:solidFill>
                  <a:schemeClr val="dk1"/>
                </a:solidFill>
              </a:rPr>
              <a:t>JWT Token: After login, the server issues a JWT stored in </a:t>
            </a:r>
            <a:r>
              <a:rPr lang="x-none" altLang="x-none" sz="1800" b="1" dirty="0" err="1">
                <a:solidFill>
                  <a:schemeClr val="dk1"/>
                </a:solidFill>
              </a:rPr>
              <a:t>localStorage</a:t>
            </a:r>
            <a:r>
              <a:rPr lang="x-none" altLang="x-none" sz="1800" b="1" dirty="0">
                <a:solidFill>
                  <a:schemeClr val="dk1"/>
                </a:solidFill>
              </a:rPr>
              <a:t>.</a:t>
            </a:r>
          </a:p>
          <a:p>
            <a:pPr fontAlgn="base">
              <a:lnSpc>
                <a:spcPct val="100000"/>
              </a:lnSpc>
              <a:spcBef>
                <a:spcPct val="0"/>
              </a:spcBef>
              <a:spcAft>
                <a:spcPct val="0"/>
              </a:spcAft>
              <a:buFont typeface="Wingdings" panose="05000000000000000000" pitchFamily="2" charset="2"/>
              <a:buChar char="Ø"/>
            </a:pPr>
            <a:r>
              <a:rPr lang="x-none" altLang="x-none" sz="1800" b="1" dirty="0">
                <a:solidFill>
                  <a:schemeClr val="dk1"/>
                </a:solidFill>
              </a:rPr>
              <a:t>Dynamic Header: On page load, main.js reads your token and shows Update Profile + Logout links.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x-none" altLang="x-none"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xmlns="" id="{C6DBE73A-3199-230B-6133-116F9342A443}"/>
              </a:ext>
            </a:extLst>
          </p:cNvPr>
          <p:cNvSpPr>
            <a:spLocks noChangeArrowheads="1"/>
          </p:cNvSpPr>
          <p:nvPr/>
        </p:nvSpPr>
        <p:spPr bwMode="auto">
          <a:xfrm>
            <a:off x="838200" y="16462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800" b="1" i="0" u="none" strike="noStrike" cap="none" normalizeH="0" baseline="0" dirty="0">
                <a:ln>
                  <a:noFill/>
                </a:ln>
                <a:solidFill>
                  <a:schemeClr val="tx1"/>
                </a:solidFill>
                <a:effectLst/>
                <a:latin typeface="Arial" panose="020B0604020202020204" pitchFamily="34" charset="0"/>
              </a:rPr>
              <a:t>How to “log in” as a visitor:</a:t>
            </a:r>
            <a:endParaRPr kumimoji="0" lang="x-none" altLang="x-non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800" b="0" i="0" u="none" strike="noStrike" cap="none" normalizeH="0" baseline="0" dirty="0">
                <a:ln>
                  <a:noFill/>
                </a:ln>
                <a:solidFill>
                  <a:schemeClr val="tx1"/>
                </a:solidFill>
                <a:effectLst/>
                <a:latin typeface="Arial" panose="020B0604020202020204" pitchFamily="34" charset="0"/>
              </a:rPr>
              <a:t>You </a:t>
            </a:r>
            <a:r>
              <a:rPr kumimoji="0" lang="x-none" altLang="x-none" sz="1800" b="1" i="0" u="none" strike="noStrike" cap="none" normalizeH="0" baseline="0" dirty="0">
                <a:ln>
                  <a:noFill/>
                </a:ln>
                <a:solidFill>
                  <a:schemeClr val="tx1"/>
                </a:solidFill>
                <a:effectLst/>
                <a:latin typeface="Arial" panose="020B0604020202020204" pitchFamily="34" charset="0"/>
              </a:rPr>
              <a:t>don’t log in</a:t>
            </a:r>
            <a:r>
              <a:rPr kumimoji="0" lang="x-none" altLang="x-none" sz="1800" b="0" i="0" u="none" strike="noStrike" cap="none" normalizeH="0" baseline="0" dirty="0">
                <a:ln>
                  <a:noFill/>
                </a:ln>
                <a:solidFill>
                  <a:schemeClr val="tx1"/>
                </a:solidFill>
                <a:effectLst/>
                <a:latin typeface="Arial" panose="020B0604020202020204" pitchFamily="34" charset="0"/>
              </a:rPr>
              <a:t> — simply access the site.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800" b="0" i="0" u="none" strike="noStrike" cap="none" normalizeH="0" baseline="0" dirty="0">
                <a:ln>
                  <a:noFill/>
                </a:ln>
                <a:solidFill>
                  <a:schemeClr val="tx1"/>
                </a:solidFill>
                <a:effectLst/>
                <a:latin typeface="Arial" panose="020B0604020202020204" pitchFamily="34" charset="0"/>
              </a:rPr>
              <a:t>The system automatically treats non-logged-in users as visitors.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x-none" altLang="x-none" sz="1800" b="0" i="0" u="none" strike="noStrike" cap="none" normalizeH="0" baseline="0" dirty="0">
                <a:ln>
                  <a:noFill/>
                </a:ln>
                <a:solidFill>
                  <a:schemeClr val="tx1"/>
                </a:solidFill>
                <a:effectLst/>
                <a:latin typeface="Arial" panose="020B0604020202020204" pitchFamily="34" charset="0"/>
              </a:rPr>
              <a:t>The </a:t>
            </a:r>
            <a:r>
              <a:rPr kumimoji="0" lang="x-none" altLang="x-none" sz="1000" b="0" i="0" u="none" strike="noStrike" cap="none" normalizeH="0" baseline="0" dirty="0">
                <a:ln>
                  <a:noFill/>
                </a:ln>
                <a:solidFill>
                  <a:schemeClr val="tx1"/>
                </a:solidFill>
                <a:effectLst/>
                <a:latin typeface="Arial Unicode MS"/>
              </a:rPr>
              <a:t>Login</a:t>
            </a:r>
            <a:r>
              <a:rPr kumimoji="0" lang="x-none" altLang="x-none" sz="800" b="0" i="0" u="none" strike="noStrike" cap="none" normalizeH="0" baseline="0" dirty="0">
                <a:ln>
                  <a:noFill/>
                </a:ln>
                <a:solidFill>
                  <a:schemeClr val="tx1"/>
                </a:solidFill>
                <a:effectLst/>
              </a:rPr>
              <a:t> link is visible, but </a:t>
            </a:r>
            <a:r>
              <a:rPr kumimoji="0" lang="x-none" altLang="x-none" sz="1000" b="0" i="0" u="none" strike="noStrike" cap="none" normalizeH="0" baseline="0" dirty="0">
                <a:ln>
                  <a:noFill/>
                </a:ln>
                <a:solidFill>
                  <a:schemeClr val="tx1"/>
                </a:solidFill>
                <a:effectLst/>
                <a:latin typeface="Arial Unicode MS"/>
              </a:rPr>
              <a:t>Update Profile</a:t>
            </a:r>
            <a:r>
              <a:rPr kumimoji="0" lang="x-none" altLang="x-none" sz="800" b="0" i="0" u="none" strike="noStrike" cap="none" normalizeH="0" baseline="0" dirty="0">
                <a:ln>
                  <a:noFill/>
                </a:ln>
                <a:solidFill>
                  <a:schemeClr val="tx1"/>
                </a:solidFill>
                <a:effectLst/>
              </a:rPr>
              <a:t> and </a:t>
            </a:r>
            <a:r>
              <a:rPr kumimoji="0" lang="x-none" altLang="x-none" sz="1000" b="0" i="0" u="none" strike="noStrike" cap="none" normalizeH="0" baseline="0" dirty="0">
                <a:ln>
                  <a:noFill/>
                </a:ln>
                <a:solidFill>
                  <a:schemeClr val="tx1"/>
                </a:solidFill>
                <a:effectLst/>
                <a:latin typeface="Arial Unicode MS"/>
              </a:rPr>
              <a:t>Admin Portal</a:t>
            </a:r>
            <a:r>
              <a:rPr kumimoji="0" lang="x-none" altLang="x-none" sz="800" b="0" i="0" u="none" strike="noStrike" cap="none" normalizeH="0" baseline="0" dirty="0">
                <a:ln>
                  <a:noFill/>
                </a:ln>
                <a:solidFill>
                  <a:schemeClr val="tx1"/>
                </a:solidFill>
                <a:effectLst/>
              </a:rPr>
              <a:t> are hidden.</a:t>
            </a:r>
            <a:endParaRPr kumimoji="0" lang="x-none" altLang="x-non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x-none" altLang="x-none" sz="1800" b="0" i="0" u="none" strike="noStrike" cap="none" normalizeH="0" baseline="0" dirty="0">
              <a:ln>
                <a:noFill/>
              </a:ln>
              <a:solidFill>
                <a:schemeClr val="tx1"/>
              </a:solidFill>
              <a:effectLst/>
              <a:latin typeface="Arial" panose="020B0604020202020204" pitchFamily="34" charset="0"/>
            </a:endParaRPr>
          </a:p>
        </p:txBody>
      </p:sp>
      <p:sp>
        <p:nvSpPr>
          <p:cNvPr id="7" name="Title 1">
            <a:extLst>
              <a:ext uri="{FF2B5EF4-FFF2-40B4-BE49-F238E27FC236}">
                <a16:creationId xmlns:a16="http://schemas.microsoft.com/office/drawing/2014/main" xmlns="" id="{11FECB9E-F3E2-FDB8-5E18-528AE8CA750F}"/>
              </a:ext>
            </a:extLst>
          </p:cNvPr>
          <p:cNvSpPr txBox="1">
            <a:spLocks/>
          </p:cNvSpPr>
          <p:nvPr/>
        </p:nvSpPr>
        <p:spPr>
          <a:xfrm>
            <a:off x="838200" y="3128693"/>
            <a:ext cx="10515600" cy="63776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x-none" sz="3200" b="1" dirty="0">
                <a:solidFill>
                  <a:schemeClr val="tx2"/>
                </a:solidFill>
                <a:latin typeface="Aptos" panose="020B0004020202020204" pitchFamily="34" charset="0"/>
              </a:rPr>
              <a:t/>
            </a:r>
            <a:br>
              <a:rPr lang="en-US" altLang="x-none" sz="3200" b="1" dirty="0">
                <a:solidFill>
                  <a:schemeClr val="tx2"/>
                </a:solidFill>
                <a:latin typeface="Aptos" panose="020B0004020202020204" pitchFamily="34" charset="0"/>
              </a:rPr>
            </a:br>
            <a:r>
              <a:rPr lang="x-none" altLang="x-none" sz="3200" b="1" dirty="0">
                <a:solidFill>
                  <a:schemeClr val="tx2"/>
                </a:solidFill>
                <a:latin typeface="Aptos" panose="020B0004020202020204" pitchFamily="34" charset="0"/>
              </a:rPr>
              <a:t>Login</a:t>
            </a:r>
            <a:r>
              <a:rPr lang="x-none" altLang="x-none" sz="3200" b="1" dirty="0">
                <a:latin typeface="Aptos" panose="020B0004020202020204" pitchFamily="34" charset="0"/>
              </a:rPr>
              <a:t> </a:t>
            </a:r>
            <a:r>
              <a:rPr lang="x-none" altLang="x-none" sz="3200" b="1" dirty="0">
                <a:solidFill>
                  <a:schemeClr val="tx2"/>
                </a:solidFill>
                <a:latin typeface="Aptos" panose="020B0004020202020204" pitchFamily="34" charset="0"/>
              </a:rPr>
              <a:t>process:</a:t>
            </a:r>
            <a:r>
              <a:rPr lang="en-US" altLang="x-none" sz="3200" b="1" dirty="0">
                <a:solidFill>
                  <a:schemeClr val="tx2"/>
                </a:solidFill>
                <a:latin typeface="Aptos" panose="020B0004020202020204" pitchFamily="34" charset="0"/>
              </a:rPr>
              <a:t> Approved Resident</a:t>
            </a:r>
            <a:r>
              <a:rPr lang="x-none" altLang="x-none" sz="3200" dirty="0">
                <a:latin typeface="Aptos" panose="020B0004020202020204" pitchFamily="34" charset="0"/>
              </a:rPr>
              <a:t/>
            </a:r>
            <a:br>
              <a:rPr lang="x-none" altLang="x-none" sz="3200" dirty="0">
                <a:latin typeface="Aptos" panose="020B0004020202020204" pitchFamily="34" charset="0"/>
              </a:rPr>
            </a:br>
            <a:endParaRPr lang="x-none" sz="3200" dirty="0">
              <a:latin typeface="Aptos" panose="020B0004020202020204" pitchFamily="34" charset="0"/>
            </a:endParaRPr>
          </a:p>
        </p:txBody>
      </p:sp>
    </p:spTree>
    <p:extLst>
      <p:ext uri="{BB962C8B-B14F-4D97-AF65-F5344CB8AC3E}">
        <p14:creationId xmlns:p14="http://schemas.microsoft.com/office/powerpoint/2010/main" val="1995429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07077EE-EFCC-925E-3674-CB2333671B4E}"/>
              </a:ext>
            </a:extLst>
          </p:cNvPr>
          <p:cNvSpPr>
            <a:spLocks noGrp="1"/>
          </p:cNvSpPr>
          <p:nvPr>
            <p:ph type="title"/>
          </p:nvPr>
        </p:nvSpPr>
        <p:spPr/>
        <p:txBody>
          <a:bodyPr/>
          <a:lstStyle/>
          <a:p>
            <a:r>
              <a:rPr lang="x-none" altLang="x-none" sz="3600" b="1" dirty="0">
                <a:solidFill>
                  <a:schemeClr val="tx2"/>
                </a:solidFill>
                <a:latin typeface="Aptos" panose="020B0004020202020204" pitchFamily="34" charset="0"/>
              </a:rPr>
              <a:t>Login process:</a:t>
            </a:r>
            <a:r>
              <a:rPr lang="en-US" altLang="x-none" sz="3600" b="1" dirty="0">
                <a:solidFill>
                  <a:schemeClr val="tx2"/>
                </a:solidFill>
                <a:latin typeface="Aptos" panose="020B0004020202020204" pitchFamily="34" charset="0"/>
              </a:rPr>
              <a:t> </a:t>
            </a:r>
            <a:r>
              <a:rPr lang="fr-BE" sz="3600" b="1" dirty="0" err="1">
                <a:solidFill>
                  <a:schemeClr val="tx2"/>
                </a:solidFill>
                <a:latin typeface="Aptos" panose="020B0004020202020204" pitchFamily="34" charset="0"/>
              </a:rPr>
              <a:t>Approved</a:t>
            </a:r>
            <a:r>
              <a:rPr lang="fr-BE" sz="3600" b="1" dirty="0">
                <a:solidFill>
                  <a:schemeClr val="tx2"/>
                </a:solidFill>
                <a:latin typeface="Aptos" panose="020B0004020202020204" pitchFamily="34" charset="0"/>
              </a:rPr>
              <a:t> </a:t>
            </a:r>
            <a:r>
              <a:rPr lang="fr-BE" sz="3600" b="1" dirty="0" err="1">
                <a:solidFill>
                  <a:schemeClr val="tx2"/>
                </a:solidFill>
                <a:latin typeface="Aptos" panose="020B0004020202020204" pitchFamily="34" charset="0"/>
              </a:rPr>
              <a:t>Resident</a:t>
            </a:r>
            <a:endParaRPr lang="x-none" sz="3600" b="1" dirty="0">
              <a:solidFill>
                <a:schemeClr val="tx2"/>
              </a:solidFill>
              <a:latin typeface="Aptos" panose="020B0004020202020204" pitchFamily="34" charset="0"/>
            </a:endParaRPr>
          </a:p>
        </p:txBody>
      </p:sp>
      <p:sp>
        <p:nvSpPr>
          <p:cNvPr id="5" name="Rectangle 1">
            <a:extLst>
              <a:ext uri="{FF2B5EF4-FFF2-40B4-BE49-F238E27FC236}">
                <a16:creationId xmlns:a16="http://schemas.microsoft.com/office/drawing/2014/main" xmlns="" id="{61A10175-45BE-42A5-B627-22E7F0B8E04B}"/>
              </a:ext>
            </a:extLst>
          </p:cNvPr>
          <p:cNvSpPr>
            <a:spLocks noGrp="1" noChangeArrowheads="1"/>
          </p:cNvSpPr>
          <p:nvPr>
            <p:ph idx="1"/>
          </p:nvPr>
        </p:nvSpPr>
        <p:spPr bwMode="auto">
          <a:xfrm>
            <a:off x="946355" y="1301280"/>
            <a:ext cx="9190704"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x-none" altLang="x-none" sz="18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x-none" altLang="x-none" sz="1800" b="1" i="0" u="none" strike="noStrike" cap="none" normalizeH="0" baseline="0" dirty="0">
                <a:ln>
                  <a:noFill/>
                </a:ln>
                <a:solidFill>
                  <a:schemeClr val="tx1"/>
                </a:solidFill>
                <a:effectLst/>
                <a:latin typeface="Aptos" panose="020B0004020202020204" pitchFamily="34" charset="0"/>
              </a:rPr>
              <a:t>Register:</a:t>
            </a:r>
            <a:r>
              <a:rPr kumimoji="0" lang="x-none" altLang="x-none" sz="1800" b="0" i="0" u="none" strike="noStrike" cap="none" normalizeH="0" baseline="0" dirty="0">
                <a:ln>
                  <a:noFill/>
                </a:ln>
                <a:solidFill>
                  <a:schemeClr val="tx1"/>
                </a:solidFill>
                <a:effectLst/>
                <a:latin typeface="Aptos" panose="020B0004020202020204" pitchFamily="34" charset="0"/>
              </a:rPr>
              <a:t> Go to </a:t>
            </a:r>
            <a:r>
              <a:rPr kumimoji="0" lang="x-none" altLang="x-none" sz="1000" b="0" i="0" u="none" strike="noStrike" cap="none" normalizeH="0" baseline="0" dirty="0">
                <a:ln>
                  <a:noFill/>
                </a:ln>
                <a:solidFill>
                  <a:schemeClr val="tx1"/>
                </a:solidFill>
                <a:effectLst/>
                <a:latin typeface="Aptos" panose="020B0004020202020204" pitchFamily="34" charset="0"/>
              </a:rPr>
              <a:t>register.html</a:t>
            </a:r>
            <a:r>
              <a:rPr kumimoji="0" lang="x-none" altLang="x-none" sz="800" b="0" i="0" u="none" strike="noStrike" cap="none" normalizeH="0" baseline="0" dirty="0">
                <a:ln>
                  <a:noFill/>
                </a:ln>
                <a:solidFill>
                  <a:schemeClr val="tx1"/>
                </a:solidFill>
                <a:effectLst/>
                <a:latin typeface="Aptos" panose="020B0004020202020204" pitchFamily="34" charset="0"/>
              </a:rPr>
              <a:t> and fill out your details.</a:t>
            </a:r>
            <a:endParaRPr kumimoji="0" lang="x-none" altLang="x-none" sz="18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x-none" altLang="x-none" sz="1800" b="1" i="0" u="none" strike="noStrike" cap="none" normalizeH="0" baseline="0" dirty="0">
                <a:ln>
                  <a:noFill/>
                </a:ln>
                <a:solidFill>
                  <a:schemeClr val="tx1"/>
                </a:solidFill>
                <a:effectLst/>
                <a:latin typeface="Aptos" panose="020B0004020202020204" pitchFamily="34" charset="0"/>
              </a:rPr>
              <a:t>Approval:</a:t>
            </a:r>
            <a:r>
              <a:rPr kumimoji="0" lang="x-none" altLang="x-none" sz="1800" b="0" i="0" u="none" strike="noStrike" cap="none" normalizeH="0" baseline="0" dirty="0">
                <a:ln>
                  <a:noFill/>
                </a:ln>
                <a:solidFill>
                  <a:schemeClr val="tx1"/>
                </a:solidFill>
                <a:effectLst/>
                <a:latin typeface="Aptos" panose="020B0004020202020204" pitchFamily="34" charset="0"/>
              </a:rPr>
              <a:t> An Admin must approve your account (via the Admin portal).</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x-none" altLang="x-none" sz="1800" b="1" i="0" u="none" strike="noStrike" cap="none" normalizeH="0" baseline="0" dirty="0">
                <a:ln>
                  <a:noFill/>
                </a:ln>
                <a:solidFill>
                  <a:schemeClr val="tx1"/>
                </a:solidFill>
                <a:effectLst/>
                <a:latin typeface="Aptos" panose="020B0004020202020204" pitchFamily="34" charset="0"/>
              </a:rPr>
              <a:t>Login:</a:t>
            </a:r>
            <a:r>
              <a:rPr kumimoji="0" lang="x-none" altLang="x-none" sz="1800" b="0" i="0" u="none" strike="noStrike" cap="none" normalizeH="0" baseline="0" dirty="0">
                <a:ln>
                  <a:noFill/>
                </a:ln>
                <a:solidFill>
                  <a:schemeClr val="tx1"/>
                </a:solidFill>
                <a:effectLst/>
                <a:latin typeface="Aptos" panose="020B0004020202020204" pitchFamily="34" charset="0"/>
              </a:rPr>
              <a:t> Once </a:t>
            </a:r>
            <a:r>
              <a:rPr kumimoji="0" lang="x-none" altLang="x-none" sz="3200" b="0" i="0" u="none" strike="noStrike" cap="none" normalizeH="0" baseline="0" dirty="0">
                <a:ln>
                  <a:noFill/>
                </a:ln>
                <a:solidFill>
                  <a:schemeClr val="tx1"/>
                </a:solidFill>
                <a:effectLst/>
                <a:latin typeface="Aptos" panose="020B0004020202020204" pitchFamily="34" charset="0"/>
              </a:rPr>
              <a:t>approved</a:t>
            </a:r>
            <a:r>
              <a:rPr kumimoji="0" lang="x-none" altLang="x-none" sz="1800" b="0" i="0" u="none" strike="noStrike" cap="none" normalizeH="0" baseline="0" dirty="0">
                <a:ln>
                  <a:noFill/>
                </a:ln>
                <a:solidFill>
                  <a:schemeClr val="tx1"/>
                </a:solidFill>
                <a:effectLst/>
                <a:latin typeface="Aptos" panose="020B0004020202020204" pitchFamily="34" charset="0"/>
              </a:rPr>
              <a:t>, go to </a:t>
            </a:r>
            <a:r>
              <a:rPr kumimoji="0" lang="x-none" altLang="x-none" sz="1000" b="0" i="0" u="none" strike="noStrike" cap="none" normalizeH="0" baseline="0" dirty="0">
                <a:ln>
                  <a:noFill/>
                </a:ln>
                <a:solidFill>
                  <a:schemeClr val="tx1"/>
                </a:solidFill>
                <a:effectLst/>
                <a:latin typeface="Aptos" panose="020B0004020202020204" pitchFamily="34" charset="0"/>
              </a:rPr>
              <a:t>login.html</a:t>
            </a:r>
            <a:r>
              <a:rPr kumimoji="0" lang="x-none" altLang="x-none" sz="800" b="0" i="0" u="none" strike="noStrike" cap="none" normalizeH="0" baseline="0" dirty="0">
                <a:ln>
                  <a:noFill/>
                </a:ln>
                <a:solidFill>
                  <a:schemeClr val="tx1"/>
                </a:solidFill>
                <a:effectLst/>
                <a:latin typeface="Aptos" panose="020B0004020202020204" pitchFamily="34" charset="0"/>
              </a:rPr>
              <a:t> and enter your credentials.</a:t>
            </a:r>
            <a:endParaRPr kumimoji="0" lang="x-none" altLang="x-none" sz="18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x-none" altLang="x-none" sz="1800" b="1" i="0" u="none" strike="noStrike" cap="none" normalizeH="0" baseline="0" dirty="0">
                <a:ln>
                  <a:noFill/>
                </a:ln>
                <a:solidFill>
                  <a:schemeClr val="tx1"/>
                </a:solidFill>
                <a:effectLst/>
                <a:latin typeface="Aptos" panose="020B0004020202020204" pitchFamily="34" charset="0"/>
              </a:rPr>
              <a:t>JWT Token:</a:t>
            </a:r>
            <a:r>
              <a:rPr kumimoji="0" lang="x-none" altLang="x-none" sz="1800" b="0" i="0" u="none" strike="noStrike" cap="none" normalizeH="0" baseline="0" dirty="0">
                <a:ln>
                  <a:noFill/>
                </a:ln>
                <a:solidFill>
                  <a:schemeClr val="tx1"/>
                </a:solidFill>
                <a:effectLst/>
                <a:latin typeface="Aptos" panose="020B0004020202020204" pitchFamily="34" charset="0"/>
              </a:rPr>
              <a:t> After login, the server issues a JWT stored in </a:t>
            </a:r>
            <a:r>
              <a:rPr kumimoji="0" lang="x-none" altLang="x-none" sz="1000" b="0" i="0" u="none" strike="noStrike" cap="none" normalizeH="0" baseline="0" dirty="0" err="1">
                <a:ln>
                  <a:noFill/>
                </a:ln>
                <a:solidFill>
                  <a:schemeClr val="tx1"/>
                </a:solidFill>
                <a:effectLst/>
                <a:latin typeface="Aptos" panose="020B0004020202020204" pitchFamily="34" charset="0"/>
              </a:rPr>
              <a:t>localStorage</a:t>
            </a:r>
            <a:r>
              <a:rPr kumimoji="0" lang="x-none" altLang="x-none" sz="800" b="0" i="0" u="none" strike="noStrike" cap="none" normalizeH="0" baseline="0" dirty="0">
                <a:ln>
                  <a:noFill/>
                </a:ln>
                <a:solidFill>
                  <a:schemeClr val="tx1"/>
                </a:solidFill>
                <a:effectLst/>
                <a:latin typeface="Aptos" panose="020B0004020202020204" pitchFamily="34" charset="0"/>
              </a:rPr>
              <a:t>.</a:t>
            </a:r>
            <a:endParaRPr kumimoji="0" lang="x-none" altLang="x-none" sz="18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x-none" altLang="x-none" sz="1800" b="1" i="0" u="none" strike="noStrike" cap="none" normalizeH="0" baseline="0" dirty="0">
                <a:ln>
                  <a:noFill/>
                </a:ln>
                <a:solidFill>
                  <a:schemeClr val="tx1"/>
                </a:solidFill>
                <a:effectLst/>
                <a:latin typeface="Aptos" panose="020B0004020202020204" pitchFamily="34" charset="0"/>
              </a:rPr>
              <a:t>Dynamic Header:</a:t>
            </a:r>
            <a:r>
              <a:rPr kumimoji="0" lang="x-none" altLang="x-none" sz="1800" b="0" i="0" u="none" strike="noStrike" cap="none" normalizeH="0" baseline="0" dirty="0">
                <a:ln>
                  <a:noFill/>
                </a:ln>
                <a:solidFill>
                  <a:schemeClr val="tx1"/>
                </a:solidFill>
                <a:effectLst/>
                <a:latin typeface="Aptos" panose="020B0004020202020204" pitchFamily="34" charset="0"/>
              </a:rPr>
              <a:t> On page load, </a:t>
            </a:r>
            <a:r>
              <a:rPr kumimoji="0" lang="x-none" altLang="x-none" sz="1000" b="0" i="0" u="none" strike="noStrike" cap="none" normalizeH="0" baseline="0" dirty="0">
                <a:ln>
                  <a:noFill/>
                </a:ln>
                <a:solidFill>
                  <a:schemeClr val="tx1"/>
                </a:solidFill>
                <a:effectLst/>
                <a:latin typeface="Aptos" panose="020B0004020202020204" pitchFamily="34" charset="0"/>
              </a:rPr>
              <a:t>main.js</a:t>
            </a:r>
            <a:r>
              <a:rPr kumimoji="0" lang="x-none" altLang="x-none" sz="800" b="0" i="0" u="none" strike="noStrike" cap="none" normalizeH="0" baseline="0" dirty="0">
                <a:ln>
                  <a:noFill/>
                </a:ln>
                <a:solidFill>
                  <a:schemeClr val="tx1"/>
                </a:solidFill>
                <a:effectLst/>
                <a:latin typeface="Aptos" panose="020B0004020202020204" pitchFamily="34" charset="0"/>
              </a:rPr>
              <a:t> reads your token and shows </a:t>
            </a:r>
            <a:r>
              <a:rPr kumimoji="0" lang="x-none" altLang="x-none" sz="1000" b="0" i="0" u="none" strike="noStrike" cap="none" normalizeH="0" baseline="0" dirty="0">
                <a:ln>
                  <a:noFill/>
                </a:ln>
                <a:solidFill>
                  <a:schemeClr val="tx1"/>
                </a:solidFill>
                <a:effectLst/>
                <a:latin typeface="Aptos" panose="020B0004020202020204" pitchFamily="34" charset="0"/>
              </a:rPr>
              <a:t>Update Profile</a:t>
            </a:r>
            <a:r>
              <a:rPr kumimoji="0" lang="x-none" altLang="x-none" sz="800" b="0" i="0" u="none" strike="noStrike" cap="none" normalizeH="0" baseline="0" dirty="0">
                <a:ln>
                  <a:noFill/>
                </a:ln>
                <a:solidFill>
                  <a:schemeClr val="tx1"/>
                </a:solidFill>
                <a:effectLst/>
                <a:latin typeface="Aptos" panose="020B0004020202020204" pitchFamily="34" charset="0"/>
              </a:rPr>
              <a:t> + </a:t>
            </a:r>
            <a:r>
              <a:rPr kumimoji="0" lang="x-none" altLang="x-none" sz="1000" b="0" i="0" u="none" strike="noStrike" cap="none" normalizeH="0" baseline="0" dirty="0">
                <a:ln>
                  <a:noFill/>
                </a:ln>
                <a:solidFill>
                  <a:schemeClr val="tx1"/>
                </a:solidFill>
                <a:effectLst/>
                <a:latin typeface="Aptos" panose="020B0004020202020204" pitchFamily="34" charset="0"/>
              </a:rPr>
              <a:t>Logout</a:t>
            </a:r>
            <a:r>
              <a:rPr kumimoji="0" lang="x-none" altLang="x-none" sz="800" b="0" i="0" u="none" strike="noStrike" cap="none" normalizeH="0" baseline="0" dirty="0">
                <a:ln>
                  <a:noFill/>
                </a:ln>
                <a:solidFill>
                  <a:schemeClr val="tx1"/>
                </a:solidFill>
                <a:effectLst/>
                <a:latin typeface="Aptos" panose="020B0004020202020204" pitchFamily="34" charset="0"/>
              </a:rPr>
              <a:t> links.</a:t>
            </a:r>
            <a:endParaRPr kumimoji="0" lang="x-none" altLang="x-none" sz="1800" b="0" i="0" u="none" strike="noStrike" cap="none" normalizeH="0" baseline="0" dirty="0">
              <a:ln>
                <a:noFill/>
              </a:ln>
              <a:solidFill>
                <a:schemeClr val="tx1"/>
              </a:solidFill>
              <a:effectLst/>
              <a:latin typeface="Aptos" panose="020B00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x-none" altLang="x-none" sz="1800" b="0" i="0" u="none" strike="noStrike" cap="none" normalizeH="0" baseline="0" dirty="0">
              <a:ln>
                <a:noFill/>
              </a:ln>
              <a:solidFill>
                <a:schemeClr val="tx1"/>
              </a:solidFill>
              <a:effectLst/>
              <a:latin typeface="Aptos" panose="020B0004020202020204" pitchFamily="34" charset="0"/>
            </a:endParaRPr>
          </a:p>
        </p:txBody>
      </p:sp>
      <p:sp>
        <p:nvSpPr>
          <p:cNvPr id="6" name="Rectangle 2">
            <a:extLst>
              <a:ext uri="{FF2B5EF4-FFF2-40B4-BE49-F238E27FC236}">
                <a16:creationId xmlns:a16="http://schemas.microsoft.com/office/drawing/2014/main" xmlns="" id="{05A1074A-22E0-F03E-878B-EEE23B358069}"/>
              </a:ext>
            </a:extLst>
          </p:cNvPr>
          <p:cNvSpPr>
            <a:spLocks noChangeArrowheads="1"/>
          </p:cNvSpPr>
          <p:nvPr/>
        </p:nvSpPr>
        <p:spPr bwMode="auto">
          <a:xfrm>
            <a:off x="838200" y="3620808"/>
            <a:ext cx="888590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x-none" altLang="x-none" sz="3600" b="1" dirty="0">
                <a:solidFill>
                  <a:schemeClr val="tx2"/>
                </a:solidFill>
                <a:latin typeface="Aptos" panose="020B0004020202020204" pitchFamily="34" charset="0"/>
                <a:ea typeface="+mj-ea"/>
                <a:cs typeface="+mj-cs"/>
              </a:rPr>
              <a:t>Login process:</a:t>
            </a:r>
            <a:r>
              <a:rPr lang="en-US" altLang="x-none" sz="3600" b="1" dirty="0">
                <a:solidFill>
                  <a:schemeClr val="tx2"/>
                </a:solidFill>
                <a:latin typeface="Aptos" panose="020B0004020202020204" pitchFamily="34" charset="0"/>
                <a:ea typeface="+mj-ea"/>
                <a:cs typeface="+mj-cs"/>
              </a:rPr>
              <a:t> Admin</a:t>
            </a:r>
            <a:endParaRPr lang="x-none" altLang="x-none" sz="3600" b="1" dirty="0">
              <a:solidFill>
                <a:schemeClr val="tx2"/>
              </a:solidFill>
              <a:latin typeface="Aptos" panose="020B0004020202020204" pitchFamily="34" charset="0"/>
              <a:ea typeface="+mj-ea"/>
              <a:cs typeface="+mj-cs"/>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x-none" altLang="x-none" sz="1800" b="0" i="0" u="none" strike="noStrike" cap="none" normalizeH="0" baseline="0" dirty="0">
                <a:ln>
                  <a:noFill/>
                </a:ln>
                <a:solidFill>
                  <a:schemeClr val="tx1"/>
                </a:solidFill>
                <a:effectLst/>
                <a:latin typeface="Arial" panose="020B0604020202020204" pitchFamily="34" charset="0"/>
              </a:rPr>
              <a:t>Admin account is usually </a:t>
            </a:r>
            <a:r>
              <a:rPr kumimoji="0" lang="x-none" altLang="x-none" sz="1800" b="1" i="0" u="none" strike="noStrike" cap="none" normalizeH="0" baseline="0" dirty="0">
                <a:ln>
                  <a:noFill/>
                </a:ln>
                <a:solidFill>
                  <a:schemeClr val="tx1"/>
                </a:solidFill>
                <a:effectLst/>
                <a:latin typeface="Arial" panose="020B0604020202020204" pitchFamily="34" charset="0"/>
              </a:rPr>
              <a:t>pre-created</a:t>
            </a:r>
            <a:r>
              <a:rPr kumimoji="0" lang="x-none" altLang="x-none" sz="1800" b="0" i="0" u="none" strike="noStrike" cap="none" normalizeH="0" baseline="0" dirty="0">
                <a:ln>
                  <a:noFill/>
                </a:ln>
                <a:solidFill>
                  <a:schemeClr val="tx1"/>
                </a:solidFill>
                <a:effectLst/>
                <a:latin typeface="Arial" panose="020B0604020202020204" pitchFamily="34" charset="0"/>
              </a:rPr>
              <a:t> in the database.</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x-none" altLang="x-none" sz="1800" b="0" i="0" u="none" strike="noStrike" cap="none" normalizeH="0" baseline="0" dirty="0">
                <a:ln>
                  <a:noFill/>
                </a:ln>
                <a:solidFill>
                  <a:schemeClr val="tx1"/>
                </a:solidFill>
                <a:effectLst/>
                <a:latin typeface="Arial" panose="020B0604020202020204" pitchFamily="34" charset="0"/>
              </a:rPr>
              <a:t>Go to </a:t>
            </a:r>
            <a:r>
              <a:rPr kumimoji="0" lang="x-none" altLang="x-none" sz="1000" b="0" i="0" u="none" strike="noStrike" cap="none" normalizeH="0" baseline="0" dirty="0">
                <a:ln>
                  <a:noFill/>
                </a:ln>
                <a:solidFill>
                  <a:schemeClr val="tx1"/>
                </a:solidFill>
                <a:effectLst/>
                <a:latin typeface="Arial Unicode MS"/>
              </a:rPr>
              <a:t>login.html</a:t>
            </a:r>
            <a:r>
              <a:rPr kumimoji="0" lang="x-none" altLang="x-none" sz="800" b="0" i="0" u="none" strike="noStrike" cap="none" normalizeH="0" baseline="0" dirty="0">
                <a:ln>
                  <a:noFill/>
                </a:ln>
                <a:solidFill>
                  <a:schemeClr val="tx1"/>
                </a:solidFill>
                <a:effectLst/>
              </a:rPr>
              <a:t> and enter admin credentials.</a:t>
            </a:r>
            <a:endParaRPr kumimoji="0" lang="x-none" altLang="x-non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x-none" altLang="x-none" sz="1800" b="0" i="0" u="none" strike="noStrike" cap="none" normalizeH="0" baseline="0" dirty="0">
                <a:ln>
                  <a:noFill/>
                </a:ln>
                <a:solidFill>
                  <a:schemeClr val="tx1"/>
                </a:solidFill>
                <a:effectLst/>
                <a:latin typeface="Arial" panose="020B0604020202020204" pitchFamily="34" charset="0"/>
              </a:rPr>
              <a:t>Server issues a JWT with </a:t>
            </a:r>
            <a:r>
              <a:rPr kumimoji="0" lang="x-none" altLang="x-none" sz="1000" b="0" i="0" u="none" strike="noStrike" cap="none" normalizeH="0" baseline="0" dirty="0">
                <a:ln>
                  <a:noFill/>
                </a:ln>
                <a:solidFill>
                  <a:schemeClr val="tx1"/>
                </a:solidFill>
                <a:effectLst/>
                <a:latin typeface="Arial Unicode MS"/>
              </a:rPr>
              <a:t>role = "Admin"</a:t>
            </a:r>
            <a:r>
              <a:rPr kumimoji="0" lang="x-none" altLang="x-none" sz="800" b="0" i="0" u="none" strike="noStrike" cap="none" normalizeH="0" baseline="0" dirty="0">
                <a:ln>
                  <a:noFill/>
                </a:ln>
                <a:solidFill>
                  <a:schemeClr val="tx1"/>
                </a:solidFill>
                <a:effectLst/>
              </a:rPr>
              <a:t>.</a:t>
            </a:r>
            <a:endParaRPr kumimoji="0" lang="x-none" altLang="x-non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x-none" altLang="x-none" sz="1800" b="0" i="0" u="none" strike="noStrike" cap="none" normalizeH="0" baseline="0" dirty="0">
                <a:ln>
                  <a:noFill/>
                </a:ln>
                <a:solidFill>
                  <a:schemeClr val="tx1"/>
                </a:solidFill>
                <a:effectLst/>
                <a:latin typeface="Arial" panose="020B0604020202020204" pitchFamily="34" charset="0"/>
              </a:rPr>
              <a:t>On page load, </a:t>
            </a:r>
            <a:r>
              <a:rPr kumimoji="0" lang="x-none" altLang="x-none" sz="1000" b="0" i="0" u="none" strike="noStrike" cap="none" normalizeH="0" baseline="0" dirty="0">
                <a:ln>
                  <a:noFill/>
                </a:ln>
                <a:solidFill>
                  <a:schemeClr val="tx1"/>
                </a:solidFill>
                <a:effectLst/>
                <a:latin typeface="Arial Unicode MS"/>
              </a:rPr>
              <a:t>main.js</a:t>
            </a:r>
            <a:r>
              <a:rPr kumimoji="0" lang="x-none" altLang="x-none" sz="800" b="0" i="0" u="none" strike="noStrike" cap="none" normalizeH="0" baseline="0" dirty="0">
                <a:ln>
                  <a:noFill/>
                </a:ln>
                <a:solidFill>
                  <a:schemeClr val="tx1"/>
                </a:solidFill>
                <a:effectLst/>
              </a:rPr>
              <a:t> detects </a:t>
            </a:r>
            <a:r>
              <a:rPr kumimoji="0" lang="x-none" altLang="x-none" sz="1000" b="0" i="0" u="none" strike="noStrike" cap="none" normalizeH="0" baseline="0" dirty="0">
                <a:ln>
                  <a:noFill/>
                </a:ln>
                <a:solidFill>
                  <a:schemeClr val="tx1"/>
                </a:solidFill>
                <a:effectLst/>
                <a:latin typeface="Arial Unicode MS"/>
              </a:rPr>
              <a:t>Admin</a:t>
            </a:r>
            <a:r>
              <a:rPr kumimoji="0" lang="x-none" altLang="x-none" sz="800" b="0" i="0" u="none" strike="noStrike" cap="none" normalizeH="0" baseline="0" dirty="0">
                <a:ln>
                  <a:noFill/>
                </a:ln>
                <a:solidFill>
                  <a:schemeClr val="tx1"/>
                </a:solidFill>
                <a:effectLst/>
              </a:rPr>
              <a:t> role and </a:t>
            </a:r>
            <a:r>
              <a:rPr kumimoji="0" lang="x-none" altLang="x-none" sz="1800" b="1" i="0" u="none" strike="noStrike" cap="none" normalizeH="0" baseline="0" dirty="0">
                <a:ln>
                  <a:noFill/>
                </a:ln>
                <a:solidFill>
                  <a:schemeClr val="tx1"/>
                </a:solidFill>
                <a:effectLst/>
                <a:latin typeface="Arial" panose="020B0604020202020204" pitchFamily="34" charset="0"/>
              </a:rPr>
              <a:t>shows Admin Portal link</a:t>
            </a:r>
            <a:r>
              <a:rPr kumimoji="0" lang="x-none" altLang="x-none"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x-none" altLang="x-none" sz="1800" b="0" i="0" u="none" strike="noStrike" cap="none" normalizeH="0" baseline="0" dirty="0">
                <a:ln>
                  <a:noFill/>
                </a:ln>
                <a:solidFill>
                  <a:schemeClr val="tx1"/>
                </a:solidFill>
                <a:effectLst/>
                <a:latin typeface="Arial" panose="020B0604020202020204" pitchFamily="34" charset="0"/>
              </a:rPr>
              <a:t>Admin can now access: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800" b="0" i="0" u="none" strike="noStrike" cap="none" normalizeH="0" baseline="0" dirty="0">
                <a:ln>
                  <a:noFill/>
                </a:ln>
                <a:solidFill>
                  <a:schemeClr val="tx1"/>
                </a:solidFill>
                <a:effectLst/>
                <a:latin typeface="Arial" panose="020B0604020202020204" pitchFamily="34" charset="0"/>
              </a:rPr>
              <a:t>Approve pending membership requests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800" b="0" i="0" u="none" strike="noStrike" cap="none" normalizeH="0" baseline="0" dirty="0">
                <a:ln>
                  <a:noFill/>
                </a:ln>
                <a:solidFill>
                  <a:schemeClr val="tx1"/>
                </a:solidFill>
                <a:effectLst/>
                <a:latin typeface="Arial" panose="020B0604020202020204" pitchFamily="34" charset="0"/>
              </a:rPr>
              <a:t>Update resident status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x-none" altLang="x-none" sz="1800" b="0" i="0" u="none" strike="noStrike" cap="none" normalizeH="0" baseline="0" dirty="0">
                <a:ln>
                  <a:noFill/>
                </a:ln>
                <a:solidFill>
                  <a:schemeClr val="tx1"/>
                </a:solidFill>
                <a:effectLst/>
                <a:latin typeface="Arial" panose="020B0604020202020204" pitchFamily="34" charset="0"/>
              </a:rPr>
              <a:t>View statistics (if implemented)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x-none" altLang="x-non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21779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xmlns="" id="{A8384FB5-9ADC-4DDC-881B-597D56F5B1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xmlns="" id="{1199E1B1-A8C0-4FE8-A5A8-1CB41D69F8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xmlns="" id="{84A8DE83-DE75-4B41-9DB4-A7EC0B0DEC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xmlns="" id="{A7009A0A-BEF5-4EAC-AF15-E4F9F002E2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xmlns="" id="{4761E49E-6C1B-338F-0D2F-BCBB5A07CC9F}"/>
              </a:ext>
            </a:extLst>
          </p:cNvPr>
          <p:cNvSpPr>
            <a:spLocks noChangeArrowheads="1"/>
          </p:cNvSpPr>
          <p:nvPr/>
        </p:nvSpPr>
        <p:spPr bwMode="auto">
          <a:xfrm>
            <a:off x="699713" y="248038"/>
            <a:ext cx="7063721" cy="1159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fontAlgn="base">
              <a:lnSpc>
                <a:spcPct val="90000"/>
              </a:lnSpc>
              <a:spcBef>
                <a:spcPct val="0"/>
              </a:spcBef>
              <a:spcAft>
                <a:spcPts val="600"/>
              </a:spcAft>
              <a:buClrTx/>
              <a:buSzTx/>
              <a:tabLst/>
            </a:pPr>
            <a:r>
              <a:rPr lang="en-US" altLang="x-none" sz="4000" b="1" kern="1200">
                <a:solidFill>
                  <a:srgbClr val="FFFFFF"/>
                </a:solidFill>
                <a:latin typeface="+mj-lt"/>
                <a:ea typeface="+mj-ea"/>
                <a:cs typeface="+mj-cs"/>
              </a:rPr>
              <a:t>How it all works</a:t>
            </a:r>
          </a:p>
          <a:p>
            <a:pPr marL="0" marR="0" lvl="0" indent="0" fontAlgn="base">
              <a:lnSpc>
                <a:spcPct val="90000"/>
              </a:lnSpc>
              <a:spcBef>
                <a:spcPct val="0"/>
              </a:spcBef>
              <a:spcAft>
                <a:spcPts val="600"/>
              </a:spcAft>
              <a:buClrTx/>
              <a:buSzTx/>
              <a:tabLst/>
            </a:pPr>
            <a:endParaRPr kumimoji="0" lang="en-US" altLang="x-none" sz="4000" b="0" i="0" u="none" strike="noStrike" kern="1200" cap="none" normalizeH="0" baseline="0">
              <a:ln>
                <a:noFill/>
              </a:ln>
              <a:solidFill>
                <a:srgbClr val="FFFFFF"/>
              </a:solidFill>
              <a:effectLst/>
              <a:latin typeface="+mj-lt"/>
              <a:ea typeface="+mj-ea"/>
              <a:cs typeface="+mj-cs"/>
            </a:endParaRPr>
          </a:p>
        </p:txBody>
      </p:sp>
      <p:graphicFrame>
        <p:nvGraphicFramePr>
          <p:cNvPr id="5" name="Table 4">
            <a:extLst>
              <a:ext uri="{FF2B5EF4-FFF2-40B4-BE49-F238E27FC236}">
                <a16:creationId xmlns:a16="http://schemas.microsoft.com/office/drawing/2014/main" xmlns="" id="{5D93EF5A-FCD5-6C57-0080-B5EFB8AB2DBE}"/>
              </a:ext>
            </a:extLst>
          </p:cNvPr>
          <p:cNvGraphicFramePr>
            <a:graphicFrameLocks noGrp="1"/>
          </p:cNvGraphicFramePr>
          <p:nvPr>
            <p:extLst>
              <p:ext uri="{D42A27DB-BD31-4B8C-83A1-F6EECF244321}">
                <p14:modId xmlns:p14="http://schemas.microsoft.com/office/powerpoint/2010/main" val="2687059763"/>
              </p:ext>
            </p:extLst>
          </p:nvPr>
        </p:nvGraphicFramePr>
        <p:xfrm>
          <a:off x="432225" y="2549440"/>
          <a:ext cx="11327551" cy="3285868"/>
        </p:xfrm>
        <a:graphic>
          <a:graphicData uri="http://schemas.openxmlformats.org/drawingml/2006/table">
            <a:tbl>
              <a:tblPr/>
              <a:tblGrid>
                <a:gridCol w="1879203">
                  <a:extLst>
                    <a:ext uri="{9D8B030D-6E8A-4147-A177-3AD203B41FA5}">
                      <a16:colId xmlns:a16="http://schemas.microsoft.com/office/drawing/2014/main" xmlns="" val="4084286749"/>
                    </a:ext>
                  </a:extLst>
                </a:gridCol>
                <a:gridCol w="2947035">
                  <a:extLst>
                    <a:ext uri="{9D8B030D-6E8A-4147-A177-3AD203B41FA5}">
                      <a16:colId xmlns:a16="http://schemas.microsoft.com/office/drawing/2014/main" xmlns="" val="38127483"/>
                    </a:ext>
                  </a:extLst>
                </a:gridCol>
                <a:gridCol w="3561753">
                  <a:extLst>
                    <a:ext uri="{9D8B030D-6E8A-4147-A177-3AD203B41FA5}">
                      <a16:colId xmlns:a16="http://schemas.microsoft.com/office/drawing/2014/main" xmlns="" val="2702026200"/>
                    </a:ext>
                  </a:extLst>
                </a:gridCol>
                <a:gridCol w="2939560">
                  <a:extLst>
                    <a:ext uri="{9D8B030D-6E8A-4147-A177-3AD203B41FA5}">
                      <a16:colId xmlns:a16="http://schemas.microsoft.com/office/drawing/2014/main" xmlns="" val="4214072129"/>
                    </a:ext>
                  </a:extLst>
                </a:gridCol>
              </a:tblGrid>
              <a:tr h="451488">
                <a:tc>
                  <a:txBody>
                    <a:bodyPr/>
                    <a:lstStyle/>
                    <a:p>
                      <a:pPr>
                        <a:buNone/>
                      </a:pPr>
                      <a:r>
                        <a:rPr lang="fr-BE" sz="1900"/>
                        <a:t>User</a:t>
                      </a:r>
                    </a:p>
                  </a:txBody>
                  <a:tcPr marL="100078" marR="100078" marT="50040" marB="50040" anchor="ctr">
                    <a:lnL>
                      <a:noFill/>
                    </a:lnL>
                    <a:lnR>
                      <a:noFill/>
                    </a:lnR>
                    <a:lnT>
                      <a:noFill/>
                    </a:lnT>
                    <a:lnB>
                      <a:noFill/>
                    </a:lnB>
                    <a:noFill/>
                  </a:tcPr>
                </a:tc>
                <a:tc>
                  <a:txBody>
                    <a:bodyPr/>
                    <a:lstStyle/>
                    <a:p>
                      <a:pPr>
                        <a:buNone/>
                      </a:pPr>
                      <a:r>
                        <a:rPr lang="fr-BE" sz="1900"/>
                        <a:t>Action</a:t>
                      </a:r>
                    </a:p>
                  </a:txBody>
                  <a:tcPr marL="100078" marR="100078" marT="50040" marB="50040" anchor="ctr">
                    <a:lnL>
                      <a:noFill/>
                    </a:lnL>
                    <a:lnR>
                      <a:noFill/>
                    </a:lnR>
                    <a:lnT>
                      <a:noFill/>
                    </a:lnT>
                    <a:lnB>
                      <a:noFill/>
                    </a:lnB>
                    <a:noFill/>
                  </a:tcPr>
                </a:tc>
                <a:tc>
                  <a:txBody>
                    <a:bodyPr/>
                    <a:lstStyle/>
                    <a:p>
                      <a:pPr>
                        <a:buNone/>
                      </a:pPr>
                      <a:r>
                        <a:rPr lang="fr-BE" sz="1900"/>
                        <a:t>API Endpoint</a:t>
                      </a:r>
                    </a:p>
                  </a:txBody>
                  <a:tcPr marL="100078" marR="100078" marT="50040" marB="50040" anchor="ctr">
                    <a:lnL>
                      <a:noFill/>
                    </a:lnL>
                    <a:lnR>
                      <a:noFill/>
                    </a:lnR>
                    <a:lnT>
                      <a:noFill/>
                    </a:lnT>
                    <a:lnB>
                      <a:noFill/>
                    </a:lnB>
                    <a:noFill/>
                  </a:tcPr>
                </a:tc>
                <a:tc>
                  <a:txBody>
                    <a:bodyPr/>
                    <a:lstStyle/>
                    <a:p>
                      <a:pPr>
                        <a:buNone/>
                      </a:pPr>
                      <a:r>
                        <a:rPr lang="fr-BE" sz="1900"/>
                        <a:t>Notes</a:t>
                      </a:r>
                    </a:p>
                  </a:txBody>
                  <a:tcPr marL="100078" marR="100078" marT="50040" marB="50040" anchor="ctr">
                    <a:lnL>
                      <a:noFill/>
                    </a:lnL>
                    <a:lnR>
                      <a:noFill/>
                    </a:lnR>
                    <a:lnT>
                      <a:noFill/>
                    </a:lnT>
                    <a:lnB>
                      <a:noFill/>
                    </a:lnB>
                    <a:noFill/>
                  </a:tcPr>
                </a:tc>
                <a:extLst>
                  <a:ext uri="{0D108BD9-81ED-4DB2-BD59-A6C34878D82A}">
                    <a16:rowId xmlns:a16="http://schemas.microsoft.com/office/drawing/2014/main" xmlns="" val="820904948"/>
                  </a:ext>
                </a:extLst>
              </a:tr>
              <a:tr h="451488">
                <a:tc>
                  <a:txBody>
                    <a:bodyPr/>
                    <a:lstStyle/>
                    <a:p>
                      <a:pPr>
                        <a:buNone/>
                      </a:pPr>
                      <a:r>
                        <a:rPr lang="fr-BE" sz="1900"/>
                        <a:t>Resident</a:t>
                      </a:r>
                    </a:p>
                  </a:txBody>
                  <a:tcPr marL="100078" marR="100078" marT="50040" marB="50040" anchor="ctr">
                    <a:lnL>
                      <a:noFill/>
                    </a:lnL>
                    <a:lnR>
                      <a:noFill/>
                    </a:lnR>
                    <a:lnT>
                      <a:noFill/>
                    </a:lnT>
                    <a:lnB>
                      <a:noFill/>
                    </a:lnB>
                    <a:noFill/>
                  </a:tcPr>
                </a:tc>
                <a:tc>
                  <a:txBody>
                    <a:bodyPr/>
                    <a:lstStyle/>
                    <a:p>
                      <a:pPr>
                        <a:buNone/>
                      </a:pPr>
                      <a:r>
                        <a:rPr lang="fr-BE" sz="1900"/>
                        <a:t>View payment history</a:t>
                      </a:r>
                    </a:p>
                  </a:txBody>
                  <a:tcPr marL="100078" marR="100078" marT="50040" marB="50040" anchor="ctr">
                    <a:lnL>
                      <a:noFill/>
                    </a:lnL>
                    <a:lnR>
                      <a:noFill/>
                    </a:lnR>
                    <a:lnT>
                      <a:noFill/>
                    </a:lnT>
                    <a:lnB>
                      <a:noFill/>
                    </a:lnB>
                    <a:noFill/>
                  </a:tcPr>
                </a:tc>
                <a:tc>
                  <a:txBody>
                    <a:bodyPr/>
                    <a:lstStyle/>
                    <a:p>
                      <a:pPr>
                        <a:buNone/>
                      </a:pPr>
                      <a:r>
                        <a:rPr lang="fr-BE" sz="1900"/>
                        <a:t>GET /api/payments</a:t>
                      </a:r>
                    </a:p>
                  </a:txBody>
                  <a:tcPr marL="100078" marR="100078" marT="50040" marB="50040" anchor="ctr">
                    <a:lnL>
                      <a:noFill/>
                    </a:lnL>
                    <a:lnR>
                      <a:noFill/>
                    </a:lnR>
                    <a:lnT>
                      <a:noFill/>
                    </a:lnT>
                    <a:lnB>
                      <a:noFill/>
                    </a:lnB>
                    <a:noFill/>
                  </a:tcPr>
                </a:tc>
                <a:tc>
                  <a:txBody>
                    <a:bodyPr/>
                    <a:lstStyle/>
                    <a:p>
                      <a:pPr>
                        <a:buNone/>
                      </a:pPr>
                      <a:r>
                        <a:rPr lang="fr-BE" sz="1900"/>
                        <a:t>Returns latest payments</a:t>
                      </a:r>
                    </a:p>
                  </a:txBody>
                  <a:tcPr marL="100078" marR="100078" marT="50040" marB="50040" anchor="ctr">
                    <a:lnL>
                      <a:noFill/>
                    </a:lnL>
                    <a:lnR>
                      <a:noFill/>
                    </a:lnR>
                    <a:lnT>
                      <a:noFill/>
                    </a:lnT>
                    <a:lnB>
                      <a:noFill/>
                    </a:lnB>
                    <a:noFill/>
                  </a:tcPr>
                </a:tc>
                <a:extLst>
                  <a:ext uri="{0D108BD9-81ED-4DB2-BD59-A6C34878D82A}">
                    <a16:rowId xmlns:a16="http://schemas.microsoft.com/office/drawing/2014/main" xmlns="" val="3230564590"/>
                  </a:ext>
                </a:extLst>
              </a:tr>
              <a:tr h="451488">
                <a:tc>
                  <a:txBody>
                    <a:bodyPr/>
                    <a:lstStyle/>
                    <a:p>
                      <a:pPr>
                        <a:buNone/>
                      </a:pPr>
                      <a:r>
                        <a:rPr lang="fr-BE" sz="1900"/>
                        <a:t>Resident</a:t>
                      </a:r>
                    </a:p>
                  </a:txBody>
                  <a:tcPr marL="100078" marR="100078" marT="50040" marB="50040" anchor="ctr">
                    <a:lnL>
                      <a:noFill/>
                    </a:lnL>
                    <a:lnR>
                      <a:noFill/>
                    </a:lnR>
                    <a:lnT>
                      <a:noFill/>
                    </a:lnT>
                    <a:lnB>
                      <a:noFill/>
                    </a:lnB>
                    <a:noFill/>
                  </a:tcPr>
                </a:tc>
                <a:tc>
                  <a:txBody>
                    <a:bodyPr/>
                    <a:lstStyle/>
                    <a:p>
                      <a:pPr>
                        <a:buNone/>
                      </a:pPr>
                      <a:r>
                        <a:rPr lang="fr-BE" sz="1900"/>
                        <a:t>Make payment</a:t>
                      </a:r>
                    </a:p>
                  </a:txBody>
                  <a:tcPr marL="100078" marR="100078" marT="50040" marB="50040" anchor="ctr">
                    <a:lnL>
                      <a:noFill/>
                    </a:lnL>
                    <a:lnR>
                      <a:noFill/>
                    </a:lnR>
                    <a:lnT>
                      <a:noFill/>
                    </a:lnT>
                    <a:lnB>
                      <a:noFill/>
                    </a:lnB>
                    <a:noFill/>
                  </a:tcPr>
                </a:tc>
                <a:tc>
                  <a:txBody>
                    <a:bodyPr/>
                    <a:lstStyle/>
                    <a:p>
                      <a:pPr>
                        <a:buNone/>
                      </a:pPr>
                      <a:r>
                        <a:rPr lang="fr-BE" sz="1900"/>
                        <a:t>POST /api/payments</a:t>
                      </a:r>
                    </a:p>
                  </a:txBody>
                  <a:tcPr marL="100078" marR="100078" marT="50040" marB="50040" anchor="ctr">
                    <a:lnL>
                      <a:noFill/>
                    </a:lnL>
                    <a:lnR>
                      <a:noFill/>
                    </a:lnR>
                    <a:lnT>
                      <a:noFill/>
                    </a:lnT>
                    <a:lnB>
                      <a:noFill/>
                    </a:lnB>
                    <a:noFill/>
                  </a:tcPr>
                </a:tc>
                <a:tc>
                  <a:txBody>
                    <a:bodyPr/>
                    <a:lstStyle/>
                    <a:p>
                      <a:pPr>
                        <a:buNone/>
                      </a:pPr>
                      <a:r>
                        <a:rPr lang="fr-BE" sz="1900"/>
                        <a:t>Sends amount + method</a:t>
                      </a:r>
                    </a:p>
                  </a:txBody>
                  <a:tcPr marL="100078" marR="100078" marT="50040" marB="50040" anchor="ctr">
                    <a:lnL>
                      <a:noFill/>
                    </a:lnL>
                    <a:lnR>
                      <a:noFill/>
                    </a:lnR>
                    <a:lnT>
                      <a:noFill/>
                    </a:lnT>
                    <a:lnB>
                      <a:noFill/>
                    </a:lnB>
                    <a:noFill/>
                  </a:tcPr>
                </a:tc>
                <a:extLst>
                  <a:ext uri="{0D108BD9-81ED-4DB2-BD59-A6C34878D82A}">
                    <a16:rowId xmlns:a16="http://schemas.microsoft.com/office/drawing/2014/main" xmlns="" val="3100473819"/>
                  </a:ext>
                </a:extLst>
              </a:tr>
              <a:tr h="451488">
                <a:tc>
                  <a:txBody>
                    <a:bodyPr/>
                    <a:lstStyle/>
                    <a:p>
                      <a:pPr>
                        <a:buNone/>
                      </a:pPr>
                      <a:r>
                        <a:rPr lang="fr-BE" sz="1900"/>
                        <a:t>Resident</a:t>
                      </a:r>
                    </a:p>
                  </a:txBody>
                  <a:tcPr marL="100078" marR="100078" marT="50040" marB="50040" anchor="ctr">
                    <a:lnL>
                      <a:noFill/>
                    </a:lnL>
                    <a:lnR>
                      <a:noFill/>
                    </a:lnR>
                    <a:lnT>
                      <a:noFill/>
                    </a:lnT>
                    <a:lnB>
                      <a:noFill/>
                    </a:lnB>
                    <a:noFill/>
                  </a:tcPr>
                </a:tc>
                <a:tc>
                  <a:txBody>
                    <a:bodyPr/>
                    <a:lstStyle/>
                    <a:p>
                      <a:pPr>
                        <a:buNone/>
                      </a:pPr>
                      <a:r>
                        <a:rPr lang="fr-BE" sz="1900"/>
                        <a:t>Pre-register visitor</a:t>
                      </a:r>
                    </a:p>
                  </a:txBody>
                  <a:tcPr marL="100078" marR="100078" marT="50040" marB="50040" anchor="ctr">
                    <a:lnL>
                      <a:noFill/>
                    </a:lnL>
                    <a:lnR>
                      <a:noFill/>
                    </a:lnR>
                    <a:lnT>
                      <a:noFill/>
                    </a:lnT>
                    <a:lnB>
                      <a:noFill/>
                    </a:lnB>
                    <a:noFill/>
                  </a:tcPr>
                </a:tc>
                <a:tc>
                  <a:txBody>
                    <a:bodyPr/>
                    <a:lstStyle/>
                    <a:p>
                      <a:pPr>
                        <a:buNone/>
                      </a:pPr>
                      <a:r>
                        <a:rPr lang="fr-BE" sz="1900"/>
                        <a:t>POST /api/visitors/register</a:t>
                      </a:r>
                    </a:p>
                  </a:txBody>
                  <a:tcPr marL="100078" marR="100078" marT="50040" marB="50040" anchor="ctr">
                    <a:lnL>
                      <a:noFill/>
                    </a:lnL>
                    <a:lnR>
                      <a:noFill/>
                    </a:lnR>
                    <a:lnT>
                      <a:noFill/>
                    </a:lnT>
                    <a:lnB>
                      <a:noFill/>
                    </a:lnB>
                    <a:noFill/>
                  </a:tcPr>
                </a:tc>
                <a:tc>
                  <a:txBody>
                    <a:bodyPr/>
                    <a:lstStyle/>
                    <a:p>
                      <a:pPr>
                        <a:buNone/>
                      </a:pPr>
                      <a:r>
                        <a:rPr lang="fr-BE" sz="1900"/>
                        <a:t>Adds new visitor</a:t>
                      </a:r>
                    </a:p>
                  </a:txBody>
                  <a:tcPr marL="100078" marR="100078" marT="50040" marB="50040" anchor="ctr">
                    <a:lnL>
                      <a:noFill/>
                    </a:lnL>
                    <a:lnR>
                      <a:noFill/>
                    </a:lnR>
                    <a:lnT>
                      <a:noFill/>
                    </a:lnT>
                    <a:lnB>
                      <a:noFill/>
                    </a:lnB>
                    <a:noFill/>
                  </a:tcPr>
                </a:tc>
                <a:extLst>
                  <a:ext uri="{0D108BD9-81ED-4DB2-BD59-A6C34878D82A}">
                    <a16:rowId xmlns:a16="http://schemas.microsoft.com/office/drawing/2014/main" xmlns="" val="2851274111"/>
                  </a:ext>
                </a:extLst>
              </a:tr>
              <a:tr h="739958">
                <a:tc>
                  <a:txBody>
                    <a:bodyPr/>
                    <a:lstStyle/>
                    <a:p>
                      <a:pPr>
                        <a:buNone/>
                      </a:pPr>
                      <a:r>
                        <a:rPr lang="fr-BE" sz="1900"/>
                        <a:t>Resident</a:t>
                      </a:r>
                    </a:p>
                  </a:txBody>
                  <a:tcPr marL="100078" marR="100078" marT="50040" marB="50040" anchor="ctr">
                    <a:lnL>
                      <a:noFill/>
                    </a:lnL>
                    <a:lnR>
                      <a:noFill/>
                    </a:lnR>
                    <a:lnT>
                      <a:noFill/>
                    </a:lnT>
                    <a:lnB>
                      <a:noFill/>
                    </a:lnB>
                    <a:noFill/>
                  </a:tcPr>
                </a:tc>
                <a:tc>
                  <a:txBody>
                    <a:bodyPr/>
                    <a:lstStyle/>
                    <a:p>
                      <a:pPr>
                        <a:buNone/>
                      </a:pPr>
                      <a:r>
                        <a:rPr lang="fr-BE" sz="1900"/>
                        <a:t>Generate visitor pass</a:t>
                      </a:r>
                    </a:p>
                  </a:txBody>
                  <a:tcPr marL="100078" marR="100078" marT="50040" marB="50040" anchor="ctr">
                    <a:lnL>
                      <a:noFill/>
                    </a:lnL>
                    <a:lnR>
                      <a:noFill/>
                    </a:lnR>
                    <a:lnT>
                      <a:noFill/>
                    </a:lnT>
                    <a:lnB>
                      <a:noFill/>
                    </a:lnB>
                    <a:noFill/>
                  </a:tcPr>
                </a:tc>
                <a:tc>
                  <a:txBody>
                    <a:bodyPr/>
                    <a:lstStyle/>
                    <a:p>
                      <a:pPr>
                        <a:buNone/>
                      </a:pPr>
                      <a:r>
                        <a:rPr lang="fr-BE" sz="1900"/>
                        <a:t>POST /api/visitors/generate-pass</a:t>
                      </a:r>
                    </a:p>
                  </a:txBody>
                  <a:tcPr marL="100078" marR="100078" marT="50040" marB="50040" anchor="ctr">
                    <a:lnL>
                      <a:noFill/>
                    </a:lnL>
                    <a:lnR>
                      <a:noFill/>
                    </a:lnR>
                    <a:lnT>
                      <a:noFill/>
                    </a:lnT>
                    <a:lnB>
                      <a:noFill/>
                    </a:lnB>
                    <a:noFill/>
                  </a:tcPr>
                </a:tc>
                <a:tc>
                  <a:txBody>
                    <a:bodyPr/>
                    <a:lstStyle/>
                    <a:p>
                      <a:pPr>
                        <a:buNone/>
                      </a:pPr>
                      <a:r>
                        <a:rPr lang="fr-BE" sz="1900"/>
                        <a:t>Returns passCode</a:t>
                      </a:r>
                    </a:p>
                  </a:txBody>
                  <a:tcPr marL="100078" marR="100078" marT="50040" marB="50040" anchor="ctr">
                    <a:lnL>
                      <a:noFill/>
                    </a:lnL>
                    <a:lnR>
                      <a:noFill/>
                    </a:lnR>
                    <a:lnT>
                      <a:noFill/>
                    </a:lnT>
                    <a:lnB>
                      <a:noFill/>
                    </a:lnB>
                    <a:noFill/>
                  </a:tcPr>
                </a:tc>
                <a:extLst>
                  <a:ext uri="{0D108BD9-81ED-4DB2-BD59-A6C34878D82A}">
                    <a16:rowId xmlns:a16="http://schemas.microsoft.com/office/drawing/2014/main" xmlns="" val="2474044755"/>
                  </a:ext>
                </a:extLst>
              </a:tr>
              <a:tr h="739958">
                <a:tc>
                  <a:txBody>
                    <a:bodyPr/>
                    <a:lstStyle/>
                    <a:p>
                      <a:pPr>
                        <a:buNone/>
                      </a:pPr>
                      <a:r>
                        <a:rPr lang="fr-BE" sz="1900"/>
                        <a:t>Admin</a:t>
                      </a:r>
                    </a:p>
                  </a:txBody>
                  <a:tcPr marL="100078" marR="100078" marT="50040" marB="50040" anchor="ctr">
                    <a:lnL>
                      <a:noFill/>
                    </a:lnL>
                    <a:lnR>
                      <a:noFill/>
                    </a:lnR>
                    <a:lnT>
                      <a:noFill/>
                    </a:lnT>
                    <a:lnB>
                      <a:noFill/>
                    </a:lnB>
                    <a:noFill/>
                  </a:tcPr>
                </a:tc>
                <a:tc>
                  <a:txBody>
                    <a:bodyPr/>
                    <a:lstStyle/>
                    <a:p>
                      <a:pPr>
                        <a:buNone/>
                      </a:pPr>
                      <a:r>
                        <a:rPr lang="fr-BE" sz="1900"/>
                        <a:t>View all visitors</a:t>
                      </a:r>
                    </a:p>
                  </a:txBody>
                  <a:tcPr marL="100078" marR="100078" marT="50040" marB="50040" anchor="ctr">
                    <a:lnL>
                      <a:noFill/>
                    </a:lnL>
                    <a:lnR>
                      <a:noFill/>
                    </a:lnR>
                    <a:lnT>
                      <a:noFill/>
                    </a:lnT>
                    <a:lnB>
                      <a:noFill/>
                    </a:lnB>
                    <a:noFill/>
                  </a:tcPr>
                </a:tc>
                <a:tc>
                  <a:txBody>
                    <a:bodyPr/>
                    <a:lstStyle/>
                    <a:p>
                      <a:pPr>
                        <a:buNone/>
                      </a:pPr>
                      <a:r>
                        <a:rPr lang="en-US" sz="1900"/>
                        <a:t>GET /api/visitors </a:t>
                      </a:r>
                      <a:r>
                        <a:rPr lang="en-US" sz="1900" i="1"/>
                        <a:t>(optional future route)</a:t>
                      </a:r>
                      <a:endParaRPr lang="en-US" sz="1900"/>
                    </a:p>
                  </a:txBody>
                  <a:tcPr marL="100078" marR="100078" marT="50040" marB="50040" anchor="ctr">
                    <a:lnL>
                      <a:noFill/>
                    </a:lnL>
                    <a:lnR>
                      <a:noFill/>
                    </a:lnR>
                    <a:lnT>
                      <a:noFill/>
                    </a:lnT>
                    <a:lnB>
                      <a:noFill/>
                    </a:lnB>
                    <a:noFill/>
                  </a:tcPr>
                </a:tc>
                <a:tc>
                  <a:txBody>
                    <a:bodyPr/>
                    <a:lstStyle/>
                    <a:p>
                      <a:pPr>
                        <a:buNone/>
                      </a:pPr>
                      <a:r>
                        <a:rPr lang="fr-BE" sz="1900"/>
                        <a:t>For dashboard</a:t>
                      </a:r>
                    </a:p>
                  </a:txBody>
                  <a:tcPr marL="100078" marR="100078" marT="50040" marB="50040" anchor="ctr">
                    <a:lnL>
                      <a:noFill/>
                    </a:lnL>
                    <a:lnR>
                      <a:noFill/>
                    </a:lnR>
                    <a:lnT>
                      <a:noFill/>
                    </a:lnT>
                    <a:lnB>
                      <a:noFill/>
                    </a:lnB>
                    <a:noFill/>
                  </a:tcPr>
                </a:tc>
                <a:extLst>
                  <a:ext uri="{0D108BD9-81ED-4DB2-BD59-A6C34878D82A}">
                    <a16:rowId xmlns:a16="http://schemas.microsoft.com/office/drawing/2014/main" xmlns="" val="2364453539"/>
                  </a:ext>
                </a:extLst>
              </a:tr>
            </a:tbl>
          </a:graphicData>
        </a:graphic>
      </p:graphicFrame>
    </p:spTree>
    <p:extLst>
      <p:ext uri="{BB962C8B-B14F-4D97-AF65-F5344CB8AC3E}">
        <p14:creationId xmlns:p14="http://schemas.microsoft.com/office/powerpoint/2010/main" val="2252484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xmlns="" id="{BACC6370-2D7E-4714-9D71-7542949D7D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xmlns="" id="{F68B3F68-107C-434F-AA38-110D5EA91B8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xmlns="" id="{AAD0DBB9-1A4B-4391-81D4-CB19F9AB91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xmlns="" id="{063BBA22-50EA-4C4D-BE05-F1CE4E63AA5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xmlns="" id="{4B4BCA8D-1275-7C57-EAD6-56187B43BF83}"/>
              </a:ext>
            </a:extLst>
          </p:cNvPr>
          <p:cNvSpPr>
            <a:spLocks noGrp="1"/>
          </p:cNvSpPr>
          <p:nvPr>
            <p:ph type="title"/>
          </p:nvPr>
        </p:nvSpPr>
        <p:spPr>
          <a:xfrm>
            <a:off x="1371597" y="348865"/>
            <a:ext cx="10044023" cy="877729"/>
          </a:xfrm>
        </p:spPr>
        <p:txBody>
          <a:bodyPr anchor="ctr">
            <a:normAutofit/>
          </a:bodyPr>
          <a:lstStyle/>
          <a:p>
            <a:pPr marL="0" marR="0" lvl="0" indent="0" defTabSz="914400" rtl="0" eaLnBrk="0" fontAlgn="base" latinLnBrk="0" hangingPunct="0">
              <a:spcBef>
                <a:spcPct val="0"/>
              </a:spcBef>
              <a:spcAft>
                <a:spcPct val="0"/>
              </a:spcAft>
              <a:buClrTx/>
              <a:buSzTx/>
              <a:buFontTx/>
              <a:buNone/>
              <a:tabLst/>
            </a:pPr>
            <a:r>
              <a:rPr lang="x-none" altLang="x-none" sz="4000" b="1">
                <a:solidFill>
                  <a:srgbClr val="FFFFFF"/>
                </a:solidFill>
                <a:latin typeface="Aptos" panose="020B0004020202020204" pitchFamily="34" charset="0"/>
              </a:rPr>
              <a:t>How It Works</a:t>
            </a:r>
          </a:p>
          <a:p>
            <a:pPr marL="0" marR="0" lvl="0" indent="0" defTabSz="914400" rtl="0" eaLnBrk="0" fontAlgn="base" latinLnBrk="0" hangingPunct="0">
              <a:spcBef>
                <a:spcPct val="0"/>
              </a:spcBef>
              <a:spcAft>
                <a:spcPct val="0"/>
              </a:spcAft>
              <a:buClrTx/>
              <a:buSzTx/>
              <a:buFontTx/>
              <a:buNone/>
              <a:tabLst/>
            </a:pPr>
            <a:endParaRPr kumimoji="0" lang="x-none" altLang="x-none" sz="4000" b="0" i="0" u="none" strike="noStrike" cap="none" normalizeH="0" baseline="0">
              <a:ln>
                <a:noFill/>
              </a:ln>
              <a:solidFill>
                <a:srgbClr val="FFFFFF"/>
              </a:solidFill>
              <a:effectLst/>
              <a:latin typeface="Arial" panose="020B0604020202020204" pitchFamily="34" charset="0"/>
            </a:endParaRPr>
          </a:p>
        </p:txBody>
      </p:sp>
      <p:sp>
        <p:nvSpPr>
          <p:cNvPr id="4" name="Footer Placeholder 3">
            <a:extLst>
              <a:ext uri="{FF2B5EF4-FFF2-40B4-BE49-F238E27FC236}">
                <a16:creationId xmlns:a16="http://schemas.microsoft.com/office/drawing/2014/main" xmlns="" id="{1526E995-7D68-B734-4F7D-E85F9113D136}"/>
              </a:ext>
            </a:extLst>
          </p:cNvPr>
          <p:cNvSpPr>
            <a:spLocks noGrp="1"/>
          </p:cNvSpPr>
          <p:nvPr>
            <p:ph type="ftr" sz="quarter" idx="11"/>
          </p:nvPr>
        </p:nvSpPr>
        <p:spPr>
          <a:xfrm rot="5400000">
            <a:off x="-1828800" y="1984248"/>
            <a:ext cx="4114800" cy="365125"/>
          </a:xfrm>
        </p:spPr>
        <p:txBody>
          <a:bodyPr>
            <a:normAutofit/>
          </a:bodyPr>
          <a:lstStyle/>
          <a:p>
            <a:pPr algn="l"/>
            <a:endParaRPr lang="en-US" sz="1100">
              <a:solidFill>
                <a:srgbClr val="FFFFFF"/>
              </a:solidFill>
            </a:endParaRPr>
          </a:p>
        </p:txBody>
      </p:sp>
      <p:graphicFrame>
        <p:nvGraphicFramePr>
          <p:cNvPr id="5" name="Content Placeholder 4">
            <a:extLst>
              <a:ext uri="{FF2B5EF4-FFF2-40B4-BE49-F238E27FC236}">
                <a16:creationId xmlns:a16="http://schemas.microsoft.com/office/drawing/2014/main" xmlns="" id="{62F3BF6D-F208-CEEE-8398-316EECD8BB1B}"/>
              </a:ext>
            </a:extLst>
          </p:cNvPr>
          <p:cNvGraphicFramePr>
            <a:graphicFrameLocks noGrp="1"/>
          </p:cNvGraphicFramePr>
          <p:nvPr>
            <p:ph idx="1"/>
            <p:extLst>
              <p:ext uri="{D42A27DB-BD31-4B8C-83A1-F6EECF244321}">
                <p14:modId xmlns:p14="http://schemas.microsoft.com/office/powerpoint/2010/main" val="953698829"/>
              </p:ext>
            </p:extLst>
          </p:nvPr>
        </p:nvGraphicFramePr>
        <p:xfrm>
          <a:off x="644056" y="2190452"/>
          <a:ext cx="10927830" cy="4037062"/>
        </p:xfrm>
        <a:graphic>
          <a:graphicData uri="http://schemas.openxmlformats.org/drawingml/2006/table">
            <a:tbl>
              <a:tblPr/>
              <a:tblGrid>
                <a:gridCol w="5567726">
                  <a:extLst>
                    <a:ext uri="{9D8B030D-6E8A-4147-A177-3AD203B41FA5}">
                      <a16:colId xmlns:a16="http://schemas.microsoft.com/office/drawing/2014/main" xmlns="" val="2625552269"/>
                    </a:ext>
                  </a:extLst>
                </a:gridCol>
                <a:gridCol w="3616304">
                  <a:extLst>
                    <a:ext uri="{9D8B030D-6E8A-4147-A177-3AD203B41FA5}">
                      <a16:colId xmlns:a16="http://schemas.microsoft.com/office/drawing/2014/main" xmlns="" val="2207277650"/>
                    </a:ext>
                  </a:extLst>
                </a:gridCol>
                <a:gridCol w="1743800">
                  <a:extLst>
                    <a:ext uri="{9D8B030D-6E8A-4147-A177-3AD203B41FA5}">
                      <a16:colId xmlns:a16="http://schemas.microsoft.com/office/drawing/2014/main" xmlns="" val="1614056520"/>
                    </a:ext>
                  </a:extLst>
                </a:gridCol>
              </a:tblGrid>
              <a:tr h="664897">
                <a:tc>
                  <a:txBody>
                    <a:bodyPr/>
                    <a:lstStyle/>
                    <a:p>
                      <a:pPr algn="l" fontAlgn="ctr">
                        <a:buNone/>
                      </a:pPr>
                      <a:r>
                        <a:rPr lang="fr-BE" sz="3000" b="0" i="0" u="none" strike="noStrike">
                          <a:effectLst/>
                          <a:latin typeface="Arial" panose="020B0604020202020204" pitchFamily="34" charset="0"/>
                        </a:rPr>
                        <a:t>Route</a:t>
                      </a:r>
                    </a:p>
                  </a:txBody>
                  <a:tcPr marL="150639" marR="150639" marT="75320" marB="75320" anchor="ctr">
                    <a:lnL>
                      <a:noFill/>
                    </a:lnL>
                    <a:lnR>
                      <a:noFill/>
                    </a:lnR>
                    <a:lnT>
                      <a:noFill/>
                    </a:lnT>
                    <a:lnB>
                      <a:noFill/>
                    </a:lnB>
                    <a:noFill/>
                  </a:tcPr>
                </a:tc>
                <a:tc>
                  <a:txBody>
                    <a:bodyPr/>
                    <a:lstStyle/>
                    <a:p>
                      <a:pPr algn="l" fontAlgn="ctr">
                        <a:buNone/>
                      </a:pPr>
                      <a:r>
                        <a:rPr lang="fr-BE" sz="3000" b="0" i="0" u="none" strike="noStrike">
                          <a:effectLst/>
                          <a:latin typeface="Arial" panose="020B0604020202020204" pitchFamily="34" charset="0"/>
                        </a:rPr>
                        <a:t>Description</a:t>
                      </a:r>
                    </a:p>
                  </a:txBody>
                  <a:tcPr marL="150639" marR="150639" marT="75320" marB="75320" anchor="ctr">
                    <a:lnL>
                      <a:noFill/>
                    </a:lnL>
                    <a:lnR>
                      <a:noFill/>
                    </a:lnR>
                    <a:lnT>
                      <a:noFill/>
                    </a:lnT>
                    <a:lnB>
                      <a:noFill/>
                    </a:lnB>
                    <a:noFill/>
                  </a:tcPr>
                </a:tc>
                <a:tc>
                  <a:txBody>
                    <a:bodyPr/>
                    <a:lstStyle/>
                    <a:p>
                      <a:pPr algn="l" fontAlgn="ctr">
                        <a:buNone/>
                      </a:pPr>
                      <a:r>
                        <a:rPr lang="fr-BE" sz="3000" b="0" i="0" u="none" strike="noStrike">
                          <a:effectLst/>
                          <a:latin typeface="Arial" panose="020B0604020202020204" pitchFamily="34" charset="0"/>
                        </a:rPr>
                        <a:t>Access</a:t>
                      </a:r>
                    </a:p>
                  </a:txBody>
                  <a:tcPr marL="150639" marR="150639" marT="75320" marB="75320" anchor="ctr">
                    <a:lnL>
                      <a:noFill/>
                    </a:lnL>
                    <a:lnR>
                      <a:noFill/>
                    </a:lnR>
                    <a:lnT>
                      <a:noFill/>
                    </a:lnT>
                    <a:lnB>
                      <a:noFill/>
                    </a:lnB>
                    <a:noFill/>
                  </a:tcPr>
                </a:tc>
                <a:extLst>
                  <a:ext uri="{0D108BD9-81ED-4DB2-BD59-A6C34878D82A}">
                    <a16:rowId xmlns:a16="http://schemas.microsoft.com/office/drawing/2014/main" xmlns="" val="353501037"/>
                  </a:ext>
                </a:extLst>
              </a:tr>
              <a:tr h="1124055">
                <a:tc>
                  <a:txBody>
                    <a:bodyPr/>
                    <a:lstStyle/>
                    <a:p>
                      <a:pPr algn="l" fontAlgn="ctr">
                        <a:buNone/>
                      </a:pPr>
                      <a:r>
                        <a:rPr lang="fr-BE" sz="3000" b="0" i="0" u="none" strike="noStrike">
                          <a:effectLst/>
                          <a:latin typeface="Arial" panose="020B0604020202020204" pitchFamily="34" charset="0"/>
                        </a:rPr>
                        <a:t>GET /api/admin/payments</a:t>
                      </a:r>
                    </a:p>
                  </a:txBody>
                  <a:tcPr marL="150639" marR="150639" marT="75320" marB="75320" anchor="ctr">
                    <a:lnL>
                      <a:noFill/>
                    </a:lnL>
                    <a:lnR>
                      <a:noFill/>
                    </a:lnR>
                    <a:lnT>
                      <a:noFill/>
                    </a:lnT>
                    <a:lnB>
                      <a:noFill/>
                    </a:lnB>
                    <a:noFill/>
                  </a:tcPr>
                </a:tc>
                <a:tc>
                  <a:txBody>
                    <a:bodyPr/>
                    <a:lstStyle/>
                    <a:p>
                      <a:pPr algn="l" fontAlgn="ctr">
                        <a:buNone/>
                      </a:pPr>
                      <a:r>
                        <a:rPr lang="fr-BE" sz="3000" b="0" i="0" u="none" strike="noStrike">
                          <a:effectLst/>
                          <a:latin typeface="Arial" panose="020B0604020202020204" pitchFamily="34" charset="0"/>
                        </a:rPr>
                        <a:t>View all payments</a:t>
                      </a:r>
                    </a:p>
                  </a:txBody>
                  <a:tcPr marL="150639" marR="150639" marT="75320" marB="75320" anchor="ctr">
                    <a:lnL>
                      <a:noFill/>
                    </a:lnL>
                    <a:lnR>
                      <a:noFill/>
                    </a:lnR>
                    <a:lnT>
                      <a:noFill/>
                    </a:lnT>
                    <a:lnB>
                      <a:noFill/>
                    </a:lnB>
                    <a:noFill/>
                  </a:tcPr>
                </a:tc>
                <a:tc>
                  <a:txBody>
                    <a:bodyPr/>
                    <a:lstStyle/>
                    <a:p>
                      <a:pPr algn="l" fontAlgn="ctr">
                        <a:buNone/>
                      </a:pPr>
                      <a:r>
                        <a:rPr lang="fr-BE" sz="3000" b="0" i="0" u="none" strike="noStrike">
                          <a:effectLst/>
                          <a:latin typeface="Arial" panose="020B0604020202020204" pitchFamily="34" charset="0"/>
                        </a:rPr>
                        <a:t>Admin only</a:t>
                      </a:r>
                    </a:p>
                  </a:txBody>
                  <a:tcPr marL="150639" marR="150639" marT="75320" marB="75320" anchor="ctr">
                    <a:lnL>
                      <a:noFill/>
                    </a:lnL>
                    <a:lnR>
                      <a:noFill/>
                    </a:lnR>
                    <a:lnT>
                      <a:noFill/>
                    </a:lnT>
                    <a:lnB>
                      <a:noFill/>
                    </a:lnB>
                    <a:noFill/>
                  </a:tcPr>
                </a:tc>
                <a:extLst>
                  <a:ext uri="{0D108BD9-81ED-4DB2-BD59-A6C34878D82A}">
                    <a16:rowId xmlns:a16="http://schemas.microsoft.com/office/drawing/2014/main" xmlns="" val="3484716721"/>
                  </a:ext>
                </a:extLst>
              </a:tr>
              <a:tr h="1124055">
                <a:tc>
                  <a:txBody>
                    <a:bodyPr/>
                    <a:lstStyle/>
                    <a:p>
                      <a:pPr algn="l" fontAlgn="ctr">
                        <a:buNone/>
                      </a:pPr>
                      <a:r>
                        <a:rPr lang="fr-BE" sz="3000" b="0" i="0" u="none" strike="noStrike">
                          <a:effectLst/>
                          <a:latin typeface="Arial" panose="020B0604020202020204" pitchFamily="34" charset="0"/>
                        </a:rPr>
                        <a:t>GET /api/admin/visitors</a:t>
                      </a:r>
                    </a:p>
                  </a:txBody>
                  <a:tcPr marL="150639" marR="150639" marT="75320" marB="75320" anchor="ctr">
                    <a:lnL>
                      <a:noFill/>
                    </a:lnL>
                    <a:lnR>
                      <a:noFill/>
                    </a:lnR>
                    <a:lnT>
                      <a:noFill/>
                    </a:lnT>
                    <a:lnB>
                      <a:noFill/>
                    </a:lnB>
                    <a:noFill/>
                  </a:tcPr>
                </a:tc>
                <a:tc>
                  <a:txBody>
                    <a:bodyPr/>
                    <a:lstStyle/>
                    <a:p>
                      <a:pPr algn="l" fontAlgn="ctr">
                        <a:buNone/>
                      </a:pPr>
                      <a:r>
                        <a:rPr lang="fr-BE" sz="3000" b="0" i="0" u="none" strike="noStrike">
                          <a:effectLst/>
                          <a:latin typeface="Arial" panose="020B0604020202020204" pitchFamily="34" charset="0"/>
                        </a:rPr>
                        <a:t>View all visitor pre-registrations</a:t>
                      </a:r>
                    </a:p>
                  </a:txBody>
                  <a:tcPr marL="150639" marR="150639" marT="75320" marB="75320" anchor="ctr">
                    <a:lnL>
                      <a:noFill/>
                    </a:lnL>
                    <a:lnR>
                      <a:noFill/>
                    </a:lnR>
                    <a:lnT>
                      <a:noFill/>
                    </a:lnT>
                    <a:lnB>
                      <a:noFill/>
                    </a:lnB>
                    <a:noFill/>
                  </a:tcPr>
                </a:tc>
                <a:tc>
                  <a:txBody>
                    <a:bodyPr/>
                    <a:lstStyle/>
                    <a:p>
                      <a:pPr algn="l" fontAlgn="ctr">
                        <a:buNone/>
                      </a:pPr>
                      <a:r>
                        <a:rPr lang="fr-BE" sz="3000" b="0" i="0" u="none" strike="noStrike">
                          <a:effectLst/>
                          <a:latin typeface="Arial" panose="020B0604020202020204" pitchFamily="34" charset="0"/>
                        </a:rPr>
                        <a:t>Admin only</a:t>
                      </a:r>
                    </a:p>
                  </a:txBody>
                  <a:tcPr marL="150639" marR="150639" marT="75320" marB="75320" anchor="ctr">
                    <a:lnL>
                      <a:noFill/>
                    </a:lnL>
                    <a:lnR>
                      <a:noFill/>
                    </a:lnR>
                    <a:lnT>
                      <a:noFill/>
                    </a:lnT>
                    <a:lnB>
                      <a:noFill/>
                    </a:lnB>
                    <a:noFill/>
                  </a:tcPr>
                </a:tc>
                <a:extLst>
                  <a:ext uri="{0D108BD9-81ED-4DB2-BD59-A6C34878D82A}">
                    <a16:rowId xmlns:a16="http://schemas.microsoft.com/office/drawing/2014/main" xmlns="" val="2175772164"/>
                  </a:ext>
                </a:extLst>
              </a:tr>
              <a:tr h="1124055">
                <a:tc>
                  <a:txBody>
                    <a:bodyPr/>
                    <a:lstStyle/>
                    <a:p>
                      <a:pPr algn="l" fontAlgn="ctr">
                        <a:buNone/>
                      </a:pPr>
                      <a:r>
                        <a:rPr lang="en-US" sz="3000" b="0" i="0" u="none" strike="noStrike">
                          <a:effectLst/>
                          <a:latin typeface="Arial" panose="020B0604020202020204" pitchFamily="34" charset="0"/>
                        </a:rPr>
                        <a:t>PUT /api/admin/visitors/approve/:id</a:t>
                      </a:r>
                    </a:p>
                  </a:txBody>
                  <a:tcPr marL="150639" marR="150639" marT="75320" marB="75320" anchor="ctr">
                    <a:lnL>
                      <a:noFill/>
                    </a:lnL>
                    <a:lnR>
                      <a:noFill/>
                    </a:lnR>
                    <a:lnT>
                      <a:noFill/>
                    </a:lnT>
                    <a:lnB>
                      <a:noFill/>
                    </a:lnB>
                    <a:noFill/>
                  </a:tcPr>
                </a:tc>
                <a:tc>
                  <a:txBody>
                    <a:bodyPr/>
                    <a:lstStyle/>
                    <a:p>
                      <a:pPr algn="l" fontAlgn="ctr">
                        <a:buNone/>
                      </a:pPr>
                      <a:r>
                        <a:rPr lang="fr-BE" sz="3000" b="0" i="0" u="none" strike="noStrike">
                          <a:effectLst/>
                          <a:latin typeface="Arial" panose="020B0604020202020204" pitchFamily="34" charset="0"/>
                        </a:rPr>
                        <a:t>Approve visitor access</a:t>
                      </a:r>
                    </a:p>
                  </a:txBody>
                  <a:tcPr marL="150639" marR="150639" marT="75320" marB="75320" anchor="ctr">
                    <a:lnL>
                      <a:noFill/>
                    </a:lnL>
                    <a:lnR>
                      <a:noFill/>
                    </a:lnR>
                    <a:lnT>
                      <a:noFill/>
                    </a:lnT>
                    <a:lnB>
                      <a:noFill/>
                    </a:lnB>
                    <a:noFill/>
                  </a:tcPr>
                </a:tc>
                <a:tc>
                  <a:txBody>
                    <a:bodyPr/>
                    <a:lstStyle/>
                    <a:p>
                      <a:pPr algn="l" fontAlgn="ctr">
                        <a:buNone/>
                      </a:pPr>
                      <a:r>
                        <a:rPr lang="fr-BE" sz="3000" b="0" i="0" u="none" strike="noStrike">
                          <a:effectLst/>
                          <a:latin typeface="Arial" panose="020B0604020202020204" pitchFamily="34" charset="0"/>
                        </a:rPr>
                        <a:t>Admin only</a:t>
                      </a:r>
                    </a:p>
                  </a:txBody>
                  <a:tcPr marL="150639" marR="150639" marT="75320" marB="75320" anchor="ctr">
                    <a:lnL>
                      <a:noFill/>
                    </a:lnL>
                    <a:lnR>
                      <a:noFill/>
                    </a:lnR>
                    <a:lnT>
                      <a:noFill/>
                    </a:lnT>
                    <a:lnB>
                      <a:noFill/>
                    </a:lnB>
                    <a:noFill/>
                  </a:tcPr>
                </a:tc>
                <a:extLst>
                  <a:ext uri="{0D108BD9-81ED-4DB2-BD59-A6C34878D82A}">
                    <a16:rowId xmlns:a16="http://schemas.microsoft.com/office/drawing/2014/main" xmlns="" val="580642671"/>
                  </a:ext>
                </a:extLst>
              </a:tr>
            </a:tbl>
          </a:graphicData>
        </a:graphic>
      </p:graphicFrame>
    </p:spTree>
    <p:extLst>
      <p:ext uri="{BB962C8B-B14F-4D97-AF65-F5344CB8AC3E}">
        <p14:creationId xmlns:p14="http://schemas.microsoft.com/office/powerpoint/2010/main" val="1119335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xmlns="" id="{A8384FB5-9ADC-4DDC-881B-597D56F5B1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xmlns="" id="{1199E1B1-A8C0-4FE8-A5A8-1CB41D69F8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xmlns="" id="{84A8DE83-DE75-4B41-9DB4-A7EC0B0DEC0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xmlns="" id="{A7009A0A-BEF5-4EAC-AF15-E4F9F002E2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
            <a:extLst>
              <a:ext uri="{FF2B5EF4-FFF2-40B4-BE49-F238E27FC236}">
                <a16:creationId xmlns:a16="http://schemas.microsoft.com/office/drawing/2014/main" xmlns="" id="{D0316651-0725-776A-DDD9-659C9DDFCDE0}"/>
              </a:ext>
            </a:extLst>
          </p:cNvPr>
          <p:cNvSpPr>
            <a:spLocks noChangeArrowheads="1"/>
          </p:cNvSpPr>
          <p:nvPr/>
        </p:nvSpPr>
        <p:spPr bwMode="auto">
          <a:xfrm>
            <a:off x="699713" y="248038"/>
            <a:ext cx="7063721" cy="115920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L="0" marR="0" lvl="0" indent="0" fontAlgn="base">
              <a:lnSpc>
                <a:spcPct val="90000"/>
              </a:lnSpc>
              <a:spcBef>
                <a:spcPct val="0"/>
              </a:spcBef>
              <a:spcAft>
                <a:spcPts val="600"/>
              </a:spcAft>
              <a:buClrTx/>
              <a:buSzTx/>
              <a:tabLst/>
            </a:pPr>
            <a:r>
              <a:rPr lang="en-US" altLang="x-none" sz="4000" b="1" kern="1200" dirty="0">
                <a:solidFill>
                  <a:srgbClr val="FFFFFF"/>
                </a:solidFill>
                <a:latin typeface="+mj-lt"/>
                <a:ea typeface="+mj-ea"/>
                <a:cs typeface="+mj-cs"/>
              </a:rPr>
              <a:t>GOAL</a:t>
            </a:r>
          </a:p>
          <a:p>
            <a:pPr marL="0" marR="0" lvl="0" indent="0" fontAlgn="base">
              <a:lnSpc>
                <a:spcPct val="90000"/>
              </a:lnSpc>
              <a:spcBef>
                <a:spcPct val="0"/>
              </a:spcBef>
              <a:spcAft>
                <a:spcPts val="600"/>
              </a:spcAft>
              <a:buClrTx/>
              <a:buSzTx/>
              <a:tabLst/>
            </a:pPr>
            <a:endParaRPr kumimoji="0" lang="en-US" altLang="x-none" sz="4000" b="0" i="0" u="none" strike="noStrike" kern="1200" cap="none" normalizeH="0" baseline="0" dirty="0">
              <a:ln>
                <a:noFill/>
              </a:ln>
              <a:solidFill>
                <a:srgbClr val="FFFFFF"/>
              </a:solidFill>
              <a:effectLst/>
              <a:latin typeface="+mj-lt"/>
              <a:ea typeface="+mj-ea"/>
              <a:cs typeface="+mj-cs"/>
            </a:endParaRPr>
          </a:p>
        </p:txBody>
      </p:sp>
      <p:sp>
        <p:nvSpPr>
          <p:cNvPr id="4" name="Footer Placeholder 3">
            <a:extLst>
              <a:ext uri="{FF2B5EF4-FFF2-40B4-BE49-F238E27FC236}">
                <a16:creationId xmlns:a16="http://schemas.microsoft.com/office/drawing/2014/main" xmlns="" id="{F2095EF1-35EC-03B3-6349-24C54207C887}"/>
              </a:ext>
            </a:extLst>
          </p:cNvPr>
          <p:cNvSpPr>
            <a:spLocks noGrp="1"/>
          </p:cNvSpPr>
          <p:nvPr>
            <p:ph type="ftr" sz="quarter" idx="11"/>
          </p:nvPr>
        </p:nvSpPr>
        <p:spPr>
          <a:xfrm rot="5400000">
            <a:off x="-1828800" y="2002536"/>
            <a:ext cx="4114800" cy="365760"/>
          </a:xfrm>
        </p:spPr>
        <p:txBody>
          <a:bodyPr vert="horz" lIns="91440" tIns="45720" rIns="91440" bIns="45720" rtlCol="0" anchor="ctr">
            <a:normAutofit/>
          </a:bodyPr>
          <a:lstStyle/>
          <a:p>
            <a:pPr algn="l"/>
            <a:endParaRPr lang="en-US" sz="1100" kern="1200">
              <a:solidFill>
                <a:srgbClr val="FFFFFF"/>
              </a:solidFill>
              <a:latin typeface="+mn-lt"/>
              <a:ea typeface="+mn-ea"/>
              <a:cs typeface="+mn-cs"/>
            </a:endParaRPr>
          </a:p>
        </p:txBody>
      </p:sp>
      <p:graphicFrame>
        <p:nvGraphicFramePr>
          <p:cNvPr id="5" name="Table 4">
            <a:extLst>
              <a:ext uri="{FF2B5EF4-FFF2-40B4-BE49-F238E27FC236}">
                <a16:creationId xmlns:a16="http://schemas.microsoft.com/office/drawing/2014/main" xmlns="" id="{423B8CBF-34D5-211E-1980-42B42B383E34}"/>
              </a:ext>
            </a:extLst>
          </p:cNvPr>
          <p:cNvGraphicFramePr>
            <a:graphicFrameLocks noGrp="1"/>
          </p:cNvGraphicFramePr>
          <p:nvPr>
            <p:extLst>
              <p:ext uri="{D42A27DB-BD31-4B8C-83A1-F6EECF244321}">
                <p14:modId xmlns:p14="http://schemas.microsoft.com/office/powerpoint/2010/main" val="3264264628"/>
              </p:ext>
            </p:extLst>
          </p:nvPr>
        </p:nvGraphicFramePr>
        <p:xfrm>
          <a:off x="591852" y="1966293"/>
          <a:ext cx="11008297" cy="4452162"/>
        </p:xfrm>
        <a:graphic>
          <a:graphicData uri="http://schemas.openxmlformats.org/drawingml/2006/table">
            <a:tbl>
              <a:tblPr>
                <a:solidFill>
                  <a:srgbClr val="F7F7F7"/>
                </a:solidFill>
              </a:tblPr>
              <a:tblGrid>
                <a:gridCol w="3301158">
                  <a:extLst>
                    <a:ext uri="{9D8B030D-6E8A-4147-A177-3AD203B41FA5}">
                      <a16:colId xmlns:a16="http://schemas.microsoft.com/office/drawing/2014/main" xmlns="" val="292594156"/>
                    </a:ext>
                  </a:extLst>
                </a:gridCol>
                <a:gridCol w="3517290">
                  <a:extLst>
                    <a:ext uri="{9D8B030D-6E8A-4147-A177-3AD203B41FA5}">
                      <a16:colId xmlns:a16="http://schemas.microsoft.com/office/drawing/2014/main" xmlns="" val="974582695"/>
                    </a:ext>
                  </a:extLst>
                </a:gridCol>
                <a:gridCol w="4189849">
                  <a:extLst>
                    <a:ext uri="{9D8B030D-6E8A-4147-A177-3AD203B41FA5}">
                      <a16:colId xmlns:a16="http://schemas.microsoft.com/office/drawing/2014/main" xmlns="" val="2908094239"/>
                    </a:ext>
                  </a:extLst>
                </a:gridCol>
              </a:tblGrid>
              <a:tr h="1019113">
                <a:tc>
                  <a:txBody>
                    <a:bodyPr/>
                    <a:lstStyle/>
                    <a:p>
                      <a:pPr>
                        <a:buNone/>
                      </a:pPr>
                      <a:r>
                        <a:rPr lang="fr-BE" sz="2500" b="1" kern="1200" cap="none" spc="0">
                          <a:solidFill>
                            <a:schemeClr val="tx1"/>
                          </a:solidFill>
                          <a:latin typeface="Aptos" panose="020B0004020202020204" pitchFamily="34" charset="0"/>
                          <a:ea typeface="+mj-ea"/>
                          <a:cs typeface="+mj-cs"/>
                        </a:rPr>
                        <a:t>User Type</a:t>
                      </a:r>
                    </a:p>
                  </a:txBody>
                  <a:tcPr marL="140891" marR="140891" marT="70446" marB="140891"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tc>
                  <a:txBody>
                    <a:bodyPr/>
                    <a:lstStyle/>
                    <a:p>
                      <a:pPr>
                        <a:buNone/>
                      </a:pPr>
                      <a:r>
                        <a:rPr lang="fr-BE" sz="2500" b="1" kern="1200" cap="none" spc="0">
                          <a:solidFill>
                            <a:schemeClr val="tx1"/>
                          </a:solidFill>
                          <a:latin typeface="Aptos" panose="020B0004020202020204" pitchFamily="34" charset="0"/>
                          <a:ea typeface="+mj-ea"/>
                          <a:cs typeface="+mj-cs"/>
                        </a:rPr>
                        <a:t>Should See “Payment Status”?</a:t>
                      </a:r>
                    </a:p>
                  </a:txBody>
                  <a:tcPr marL="140891" marR="140891" marT="70446" marB="140891"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tc>
                  <a:txBody>
                    <a:bodyPr/>
                    <a:lstStyle/>
                    <a:p>
                      <a:pPr>
                        <a:buNone/>
                      </a:pPr>
                      <a:r>
                        <a:rPr lang="fr-BE" sz="2500" b="1" kern="1200" cap="none" spc="0">
                          <a:solidFill>
                            <a:schemeClr val="tx1"/>
                          </a:solidFill>
                          <a:latin typeface="Aptos" panose="020B0004020202020204" pitchFamily="34" charset="0"/>
                          <a:ea typeface="+mj-ea"/>
                          <a:cs typeface="+mj-cs"/>
                        </a:rPr>
                        <a:t>Access Notes</a:t>
                      </a:r>
                    </a:p>
                  </a:txBody>
                  <a:tcPr marL="140891" marR="140891" marT="70446" marB="140891" anchor="ctr">
                    <a:lnL w="12700" cmpd="sng">
                      <a:noFill/>
                      <a:prstDash val="solid"/>
                    </a:lnL>
                    <a:lnR w="12700" cmpd="sng">
                      <a:noFill/>
                      <a:prstDash val="solid"/>
                    </a:lnR>
                    <a:lnT w="12700" cap="flat" cmpd="sng" algn="ctr">
                      <a:solidFill>
                        <a:schemeClr val="tx1">
                          <a:lumMod val="50000"/>
                          <a:lumOff val="50000"/>
                        </a:schemeClr>
                      </a:solidFill>
                      <a:prstDash val="solid"/>
                    </a:lnT>
                    <a:lnB w="12700" cmpd="sng">
                      <a:noFill/>
                      <a:prstDash val="solid"/>
                    </a:lnB>
                    <a:solidFill>
                      <a:srgbClr val="F7F7F7"/>
                    </a:solidFill>
                  </a:tcPr>
                </a:tc>
                <a:extLst>
                  <a:ext uri="{0D108BD9-81ED-4DB2-BD59-A6C34878D82A}">
                    <a16:rowId xmlns:a16="http://schemas.microsoft.com/office/drawing/2014/main" xmlns="" val="3521240749"/>
                  </a:ext>
                </a:extLst>
              </a:tr>
              <a:tr h="1394823">
                <a:tc>
                  <a:txBody>
                    <a:bodyPr/>
                    <a:lstStyle/>
                    <a:p>
                      <a:pPr>
                        <a:buNone/>
                      </a:pPr>
                      <a:r>
                        <a:rPr lang="fr-BE" sz="2500" b="1" kern="1200" cap="none" spc="0">
                          <a:solidFill>
                            <a:schemeClr val="tx1"/>
                          </a:solidFill>
                          <a:latin typeface="Aptos" panose="020B0004020202020204" pitchFamily="34" charset="0"/>
                          <a:ea typeface="+mj-ea"/>
                          <a:cs typeface="+mj-cs"/>
                        </a:rPr>
                        <a:t>Visitor (no login)</a:t>
                      </a:r>
                    </a:p>
                  </a:txBody>
                  <a:tcPr marL="140891" marR="140891" marT="70446" marB="14089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x-none" sz="2500" b="1" kern="1200" cap="none" spc="0">
                          <a:solidFill>
                            <a:schemeClr val="tx1"/>
                          </a:solidFill>
                          <a:latin typeface="Aptos" panose="020B0004020202020204" pitchFamily="34" charset="0"/>
                          <a:ea typeface="+mj-ea"/>
                          <a:cs typeface="+mj-cs"/>
                        </a:rPr>
                        <a:t>❌ </a:t>
                      </a:r>
                      <a:r>
                        <a:rPr lang="fr-BE" sz="2500" b="1" kern="1200" cap="none" spc="0" err="1">
                          <a:solidFill>
                            <a:schemeClr val="tx1"/>
                          </a:solidFill>
                          <a:latin typeface="Aptos" panose="020B0004020202020204" pitchFamily="34" charset="0"/>
                          <a:ea typeface="+mj-ea"/>
                          <a:cs typeface="+mj-cs"/>
                        </a:rPr>
                        <a:t>Hidden</a:t>
                      </a:r>
                      <a:endParaRPr lang="fr-BE" sz="2500" b="1" kern="1200" cap="none" spc="0">
                        <a:solidFill>
                          <a:schemeClr val="tx1"/>
                        </a:solidFill>
                        <a:latin typeface="Aptos" panose="020B0004020202020204" pitchFamily="34" charset="0"/>
                        <a:ea typeface="+mj-ea"/>
                        <a:cs typeface="+mj-cs"/>
                      </a:endParaRPr>
                    </a:p>
                  </a:txBody>
                  <a:tcPr marL="140891" marR="140891" marT="70446" marB="14089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2500" b="1" kern="1200" cap="none" spc="0">
                          <a:solidFill>
                            <a:schemeClr val="tx1"/>
                          </a:solidFill>
                          <a:latin typeface="Aptos" panose="020B0004020202020204" pitchFamily="34" charset="0"/>
                          <a:ea typeface="+mj-ea"/>
                          <a:cs typeface="+mj-cs"/>
                        </a:rPr>
                        <a:t>Limited to About, Contact, Gallery, Membership, Services (general info)</a:t>
                      </a:r>
                    </a:p>
                  </a:txBody>
                  <a:tcPr marL="140891" marR="140891" marT="70446" marB="14089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xmlns="" val="2860260508"/>
                  </a:ext>
                </a:extLst>
              </a:tr>
              <a:tr h="1019113">
                <a:tc>
                  <a:txBody>
                    <a:bodyPr/>
                    <a:lstStyle/>
                    <a:p>
                      <a:pPr>
                        <a:buNone/>
                      </a:pPr>
                      <a:r>
                        <a:rPr lang="fr-BE" sz="2500" b="1" kern="1200" cap="none" spc="0">
                          <a:solidFill>
                            <a:schemeClr val="tx1"/>
                          </a:solidFill>
                          <a:latin typeface="Aptos" panose="020B0004020202020204" pitchFamily="34" charset="0"/>
                          <a:ea typeface="+mj-ea"/>
                          <a:cs typeface="+mj-cs"/>
                        </a:rPr>
                        <a:t>Resident (approved)</a:t>
                      </a:r>
                    </a:p>
                  </a:txBody>
                  <a:tcPr marL="140891" marR="140891" marT="70446" marB="14089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x-none" sz="2500" b="1" kern="1200" cap="none" spc="0">
                          <a:solidFill>
                            <a:schemeClr val="tx1"/>
                          </a:solidFill>
                          <a:latin typeface="Aptos" panose="020B0004020202020204" pitchFamily="34" charset="0"/>
                          <a:ea typeface="+mj-ea"/>
                          <a:cs typeface="+mj-cs"/>
                        </a:rPr>
                        <a:t>✅ </a:t>
                      </a:r>
                      <a:r>
                        <a:rPr lang="fr-BE" sz="2500" b="1" kern="1200" cap="none" spc="0">
                          <a:solidFill>
                            <a:schemeClr val="tx1"/>
                          </a:solidFill>
                          <a:latin typeface="Aptos" panose="020B0004020202020204" pitchFamily="34" charset="0"/>
                          <a:ea typeface="+mj-ea"/>
                          <a:cs typeface="+mj-cs"/>
                        </a:rPr>
                        <a:t>Visible</a:t>
                      </a:r>
                    </a:p>
                  </a:txBody>
                  <a:tcPr marL="140891" marR="140891" marT="70446" marB="140891" anchor="ctr">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a:buNone/>
                      </a:pPr>
                      <a:r>
                        <a:rPr lang="en-US" sz="2500" b="1" kern="1200" cap="none" spc="0">
                          <a:solidFill>
                            <a:schemeClr val="tx1"/>
                          </a:solidFill>
                          <a:latin typeface="Aptos" panose="020B0004020202020204" pitchFamily="34" charset="0"/>
                          <a:ea typeface="+mj-ea"/>
                          <a:cs typeface="+mj-cs"/>
                        </a:rPr>
                        <a:t>Can view payment status and make payments</a:t>
                      </a:r>
                    </a:p>
                  </a:txBody>
                  <a:tcPr marL="140891" marR="140891" marT="70446" marB="140891" anchor="ctr">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xmlns="" val="3318039777"/>
                  </a:ext>
                </a:extLst>
              </a:tr>
              <a:tr h="1019113">
                <a:tc>
                  <a:txBody>
                    <a:bodyPr/>
                    <a:lstStyle/>
                    <a:p>
                      <a:pPr>
                        <a:buNone/>
                      </a:pPr>
                      <a:r>
                        <a:rPr lang="fr-BE" sz="2500" b="1" kern="1200" cap="none" spc="0">
                          <a:solidFill>
                            <a:schemeClr val="tx1"/>
                          </a:solidFill>
                          <a:latin typeface="Aptos" panose="020B0004020202020204" pitchFamily="34" charset="0"/>
                          <a:ea typeface="+mj-ea"/>
                          <a:cs typeface="+mj-cs"/>
                        </a:rPr>
                        <a:t>Admin</a:t>
                      </a:r>
                    </a:p>
                  </a:txBody>
                  <a:tcPr marL="140891" marR="140891" marT="70446" marB="140891"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buNone/>
                      </a:pPr>
                      <a:r>
                        <a:rPr lang="x-none" sz="2500" b="1" kern="1200" cap="none" spc="0">
                          <a:solidFill>
                            <a:schemeClr val="tx1"/>
                          </a:solidFill>
                          <a:latin typeface="Aptos" panose="020B0004020202020204" pitchFamily="34" charset="0"/>
                          <a:ea typeface="+mj-ea"/>
                          <a:cs typeface="+mj-cs"/>
                        </a:rPr>
                        <a:t>✅ </a:t>
                      </a:r>
                      <a:r>
                        <a:rPr lang="fr-BE" sz="2500" b="1" kern="1200" cap="none" spc="0">
                          <a:solidFill>
                            <a:schemeClr val="tx1"/>
                          </a:solidFill>
                          <a:latin typeface="Aptos" panose="020B0004020202020204" pitchFamily="34" charset="0"/>
                          <a:ea typeface="+mj-ea"/>
                          <a:cs typeface="+mj-cs"/>
                        </a:rPr>
                        <a:t>Visible</a:t>
                      </a:r>
                    </a:p>
                  </a:txBody>
                  <a:tcPr marL="140891" marR="140891" marT="70446" marB="140891"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tc>
                  <a:txBody>
                    <a:bodyPr/>
                    <a:lstStyle/>
                    <a:p>
                      <a:pPr>
                        <a:buNone/>
                      </a:pPr>
                      <a:r>
                        <a:rPr lang="en-US" sz="2500" b="1" kern="1200" cap="none" spc="0">
                          <a:solidFill>
                            <a:schemeClr val="tx1"/>
                          </a:solidFill>
                          <a:latin typeface="Aptos" panose="020B0004020202020204" pitchFamily="34" charset="0"/>
                          <a:ea typeface="+mj-ea"/>
                          <a:cs typeface="+mj-cs"/>
                        </a:rPr>
                        <a:t>Can see all features including Admin Portal</a:t>
                      </a:r>
                    </a:p>
                  </a:txBody>
                  <a:tcPr marL="140891" marR="140891" marT="70446" marB="140891" anchor="ctr">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rgbClr val="F7F7F7"/>
                    </a:solidFill>
                  </a:tcPr>
                </a:tc>
                <a:extLst>
                  <a:ext uri="{0D108BD9-81ED-4DB2-BD59-A6C34878D82A}">
                    <a16:rowId xmlns:a16="http://schemas.microsoft.com/office/drawing/2014/main" xmlns="" val="4189686219"/>
                  </a:ext>
                </a:extLst>
              </a:tr>
            </a:tbl>
          </a:graphicData>
        </a:graphic>
      </p:graphicFrame>
    </p:spTree>
    <p:extLst>
      <p:ext uri="{BB962C8B-B14F-4D97-AF65-F5344CB8AC3E}">
        <p14:creationId xmlns:p14="http://schemas.microsoft.com/office/powerpoint/2010/main" val="3646259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2C4D69-B640-2F86-EBA2-E8B4706EDBFD}"/>
              </a:ext>
            </a:extLst>
          </p:cNvPr>
          <p:cNvSpPr>
            <a:spLocks noGrp="1"/>
          </p:cNvSpPr>
          <p:nvPr>
            <p:ph type="title"/>
          </p:nvPr>
        </p:nvSpPr>
        <p:spPr>
          <a:xfrm>
            <a:off x="838200" y="365125"/>
            <a:ext cx="10515600" cy="626913"/>
          </a:xfrm>
        </p:spPr>
        <p:txBody>
          <a:bodyPr>
            <a:normAutofit/>
          </a:bodyPr>
          <a:lstStyle/>
          <a:p>
            <a:r>
              <a:rPr lang="en-US" sz="2800" b="1" dirty="0">
                <a:solidFill>
                  <a:schemeClr val="tx2"/>
                </a:solidFill>
                <a:latin typeface="Aptos" panose="020B0004020202020204" pitchFamily="34" charset="0"/>
              </a:rPr>
              <a:t>Group</a:t>
            </a:r>
            <a:r>
              <a:rPr lang="en-US" sz="2800" dirty="0"/>
              <a:t> </a:t>
            </a:r>
            <a:r>
              <a:rPr lang="en-US" sz="2800" b="1" dirty="0">
                <a:solidFill>
                  <a:schemeClr val="tx2"/>
                </a:solidFill>
                <a:latin typeface="Aptos" panose="020B0004020202020204" pitchFamily="34" charset="0"/>
              </a:rPr>
              <a:t>Registration</a:t>
            </a:r>
            <a:endParaRPr lang="x-none" sz="2800" b="1" dirty="0">
              <a:solidFill>
                <a:schemeClr val="tx2"/>
              </a:solidFill>
              <a:latin typeface="Aptos" panose="020B0004020202020204" pitchFamily="34" charset="0"/>
            </a:endParaRPr>
          </a:p>
        </p:txBody>
      </p:sp>
      <p:sp>
        <p:nvSpPr>
          <p:cNvPr id="3" name="Content Placeholder 2">
            <a:extLst>
              <a:ext uri="{FF2B5EF4-FFF2-40B4-BE49-F238E27FC236}">
                <a16:creationId xmlns:a16="http://schemas.microsoft.com/office/drawing/2014/main" xmlns="" id="{EA2A41B7-94E0-A78C-9DF5-59238FA910AD}"/>
              </a:ext>
            </a:extLst>
          </p:cNvPr>
          <p:cNvSpPr>
            <a:spLocks noGrp="1"/>
          </p:cNvSpPr>
          <p:nvPr>
            <p:ph idx="1"/>
          </p:nvPr>
        </p:nvSpPr>
        <p:spPr>
          <a:xfrm>
            <a:off x="760562" y="984432"/>
            <a:ext cx="10515600" cy="1997920"/>
          </a:xfrm>
        </p:spPr>
        <p:txBody>
          <a:bodyPr/>
          <a:lstStyle/>
          <a:p>
            <a:r>
              <a:rPr lang="en-US" b="1" dirty="0"/>
              <a:t>Overall Objective</a:t>
            </a:r>
          </a:p>
          <a:p>
            <a:r>
              <a:rPr lang="en-US" sz="1800" dirty="0"/>
              <a:t>Allow a </a:t>
            </a:r>
            <a:r>
              <a:rPr lang="en-US" sz="1800" i="1" dirty="0"/>
              <a:t>group</a:t>
            </a:r>
            <a:r>
              <a:rPr lang="en-US" sz="1800" dirty="0"/>
              <a:t> of people to be registered as visitors to the estate in a single request, while:</a:t>
            </a:r>
          </a:p>
          <a:p>
            <a:r>
              <a:rPr lang="en-US" sz="1800" dirty="0"/>
              <a:t>Capturing individual member details for security records.</a:t>
            </a:r>
          </a:p>
          <a:p>
            <a:r>
              <a:rPr lang="en-US" sz="1800" dirty="0"/>
              <a:t>Linking all members under one </a:t>
            </a:r>
            <a:r>
              <a:rPr lang="en-US" sz="1800" b="1" dirty="0"/>
              <a:t>group visit record</a:t>
            </a:r>
            <a:r>
              <a:rPr lang="en-US" dirty="0"/>
              <a:t>.</a:t>
            </a:r>
          </a:p>
          <a:p>
            <a:endParaRPr lang="x-none" dirty="0"/>
          </a:p>
        </p:txBody>
      </p:sp>
      <p:sp>
        <p:nvSpPr>
          <p:cNvPr id="4" name="Footer Placeholder 3">
            <a:extLst>
              <a:ext uri="{FF2B5EF4-FFF2-40B4-BE49-F238E27FC236}">
                <a16:creationId xmlns:a16="http://schemas.microsoft.com/office/drawing/2014/main" xmlns="" id="{1DF7FAA8-276B-0669-1005-BEBE2F66205C}"/>
              </a:ext>
            </a:extLst>
          </p:cNvPr>
          <p:cNvSpPr>
            <a:spLocks noGrp="1"/>
          </p:cNvSpPr>
          <p:nvPr>
            <p:ph type="ftr" sz="quarter" idx="11"/>
          </p:nvPr>
        </p:nvSpPr>
        <p:spPr/>
        <p:txBody>
          <a:bodyPr/>
          <a:lstStyle/>
          <a:p>
            <a:endParaRPr lang="en-US"/>
          </a:p>
        </p:txBody>
      </p:sp>
      <p:graphicFrame>
        <p:nvGraphicFramePr>
          <p:cNvPr id="5" name="Table 4">
            <a:extLst>
              <a:ext uri="{FF2B5EF4-FFF2-40B4-BE49-F238E27FC236}">
                <a16:creationId xmlns:a16="http://schemas.microsoft.com/office/drawing/2014/main" xmlns="" id="{8C343034-4FAC-C2C8-624C-22D56D89CD73}"/>
              </a:ext>
            </a:extLst>
          </p:cNvPr>
          <p:cNvGraphicFramePr>
            <a:graphicFrameLocks noGrp="1"/>
          </p:cNvGraphicFramePr>
          <p:nvPr>
            <p:extLst>
              <p:ext uri="{D42A27DB-BD31-4B8C-83A1-F6EECF244321}">
                <p14:modId xmlns:p14="http://schemas.microsoft.com/office/powerpoint/2010/main" val="2616107224"/>
              </p:ext>
            </p:extLst>
          </p:nvPr>
        </p:nvGraphicFramePr>
        <p:xfrm>
          <a:off x="482924" y="3319739"/>
          <a:ext cx="10515600" cy="2834640"/>
        </p:xfrm>
        <a:graphic>
          <a:graphicData uri="http://schemas.openxmlformats.org/drawingml/2006/table">
            <a:tbl>
              <a:tblPr/>
              <a:tblGrid>
                <a:gridCol w="3505200">
                  <a:extLst>
                    <a:ext uri="{9D8B030D-6E8A-4147-A177-3AD203B41FA5}">
                      <a16:colId xmlns:a16="http://schemas.microsoft.com/office/drawing/2014/main" xmlns="" val="1565157032"/>
                    </a:ext>
                  </a:extLst>
                </a:gridCol>
                <a:gridCol w="3505200">
                  <a:extLst>
                    <a:ext uri="{9D8B030D-6E8A-4147-A177-3AD203B41FA5}">
                      <a16:colId xmlns:a16="http://schemas.microsoft.com/office/drawing/2014/main" xmlns="" val="245893555"/>
                    </a:ext>
                  </a:extLst>
                </a:gridCol>
                <a:gridCol w="3505200">
                  <a:extLst>
                    <a:ext uri="{9D8B030D-6E8A-4147-A177-3AD203B41FA5}">
                      <a16:colId xmlns:a16="http://schemas.microsoft.com/office/drawing/2014/main" xmlns="" val="3586410409"/>
                    </a:ext>
                  </a:extLst>
                </a:gridCol>
              </a:tblGrid>
              <a:tr h="0">
                <a:tc>
                  <a:txBody>
                    <a:bodyPr/>
                    <a:lstStyle/>
                    <a:p>
                      <a:pPr>
                        <a:buNone/>
                      </a:pPr>
                      <a:r>
                        <a:rPr lang="fr-BE" dirty="0"/>
                        <a:t>Table</a:t>
                      </a:r>
                    </a:p>
                  </a:txBody>
                  <a:tcPr anchor="ctr">
                    <a:lnL>
                      <a:noFill/>
                    </a:lnL>
                    <a:lnR>
                      <a:noFill/>
                    </a:lnR>
                    <a:lnT>
                      <a:noFill/>
                    </a:lnT>
                    <a:lnB>
                      <a:noFill/>
                    </a:lnB>
                    <a:noFill/>
                  </a:tcPr>
                </a:tc>
                <a:tc>
                  <a:txBody>
                    <a:bodyPr/>
                    <a:lstStyle/>
                    <a:p>
                      <a:pPr>
                        <a:buNone/>
                      </a:pPr>
                      <a:r>
                        <a:rPr lang="fr-BE"/>
                        <a:t>Key Fields</a:t>
                      </a:r>
                    </a:p>
                  </a:txBody>
                  <a:tcPr anchor="ctr">
                    <a:lnL>
                      <a:noFill/>
                    </a:lnL>
                    <a:lnR>
                      <a:noFill/>
                    </a:lnR>
                    <a:lnT>
                      <a:noFill/>
                    </a:lnT>
                    <a:lnB>
                      <a:noFill/>
                    </a:lnB>
                    <a:noFill/>
                  </a:tcPr>
                </a:tc>
                <a:tc>
                  <a:txBody>
                    <a:bodyPr/>
                    <a:lstStyle/>
                    <a:p>
                      <a:pPr>
                        <a:buNone/>
                      </a:pPr>
                      <a:r>
                        <a:rPr lang="fr-BE"/>
                        <a:t>Purpose</a:t>
                      </a:r>
                    </a:p>
                  </a:txBody>
                  <a:tcPr anchor="ctr">
                    <a:lnL>
                      <a:noFill/>
                    </a:lnL>
                    <a:lnR>
                      <a:noFill/>
                    </a:lnR>
                    <a:lnT>
                      <a:noFill/>
                    </a:lnT>
                    <a:lnB>
                      <a:noFill/>
                    </a:lnB>
                    <a:noFill/>
                  </a:tcPr>
                </a:tc>
                <a:extLst>
                  <a:ext uri="{0D108BD9-81ED-4DB2-BD59-A6C34878D82A}">
                    <a16:rowId xmlns:a16="http://schemas.microsoft.com/office/drawing/2014/main" xmlns="" val="930630242"/>
                  </a:ext>
                </a:extLst>
              </a:tr>
              <a:tr h="0">
                <a:tc>
                  <a:txBody>
                    <a:bodyPr/>
                    <a:lstStyle/>
                    <a:p>
                      <a:pPr>
                        <a:buNone/>
                      </a:pPr>
                      <a:r>
                        <a:rPr lang="fr-BE" b="1"/>
                        <a:t>Groups</a:t>
                      </a:r>
                      <a:endParaRPr lang="fr-BE"/>
                    </a:p>
                  </a:txBody>
                  <a:tcPr anchor="ctr">
                    <a:lnL>
                      <a:noFill/>
                    </a:lnL>
                    <a:lnR>
                      <a:noFill/>
                    </a:lnR>
                    <a:lnT>
                      <a:noFill/>
                    </a:lnT>
                    <a:lnB>
                      <a:noFill/>
                    </a:lnB>
                    <a:noFill/>
                  </a:tcPr>
                </a:tc>
                <a:tc>
                  <a:txBody>
                    <a:bodyPr/>
                    <a:lstStyle/>
                    <a:p>
                      <a:pPr>
                        <a:buNone/>
                      </a:pPr>
                      <a:r>
                        <a:rPr lang="en-US"/>
                        <a:t>GroupID, GroupName, Purpose, ArrivalDate, ExitDate, HostResidentID</a:t>
                      </a:r>
                    </a:p>
                  </a:txBody>
                  <a:tcPr anchor="ctr">
                    <a:lnL>
                      <a:noFill/>
                    </a:lnL>
                    <a:lnR>
                      <a:noFill/>
                    </a:lnR>
                    <a:lnT>
                      <a:noFill/>
                    </a:lnT>
                    <a:lnB>
                      <a:noFill/>
                    </a:lnB>
                    <a:noFill/>
                  </a:tcPr>
                </a:tc>
                <a:tc>
                  <a:txBody>
                    <a:bodyPr/>
                    <a:lstStyle/>
                    <a:p>
                      <a:pPr>
                        <a:buNone/>
                      </a:pPr>
                      <a:r>
                        <a:rPr lang="en-US"/>
                        <a:t>Stores the group’s overall details</a:t>
                      </a:r>
                    </a:p>
                  </a:txBody>
                  <a:tcPr anchor="ctr">
                    <a:lnL>
                      <a:noFill/>
                    </a:lnL>
                    <a:lnR>
                      <a:noFill/>
                    </a:lnR>
                    <a:lnT>
                      <a:noFill/>
                    </a:lnT>
                    <a:lnB>
                      <a:noFill/>
                    </a:lnB>
                    <a:noFill/>
                  </a:tcPr>
                </a:tc>
                <a:extLst>
                  <a:ext uri="{0D108BD9-81ED-4DB2-BD59-A6C34878D82A}">
                    <a16:rowId xmlns:a16="http://schemas.microsoft.com/office/drawing/2014/main" xmlns="" val="2835042482"/>
                  </a:ext>
                </a:extLst>
              </a:tr>
              <a:tr h="0">
                <a:tc>
                  <a:txBody>
                    <a:bodyPr/>
                    <a:lstStyle/>
                    <a:p>
                      <a:pPr>
                        <a:buNone/>
                      </a:pPr>
                      <a:r>
                        <a:rPr lang="fr-BE" b="1"/>
                        <a:t>GroupMembers</a:t>
                      </a:r>
                      <a:endParaRPr lang="fr-BE"/>
                    </a:p>
                  </a:txBody>
                  <a:tcPr anchor="ctr">
                    <a:lnL>
                      <a:noFill/>
                    </a:lnL>
                    <a:lnR>
                      <a:noFill/>
                    </a:lnR>
                    <a:lnT>
                      <a:noFill/>
                    </a:lnT>
                    <a:lnB>
                      <a:noFill/>
                    </a:lnB>
                    <a:noFill/>
                  </a:tcPr>
                </a:tc>
                <a:tc>
                  <a:txBody>
                    <a:bodyPr/>
                    <a:lstStyle/>
                    <a:p>
                      <a:pPr>
                        <a:buNone/>
                      </a:pPr>
                      <a:r>
                        <a:rPr lang="en-US" dirty="0" err="1"/>
                        <a:t>MemberID</a:t>
                      </a:r>
                      <a:r>
                        <a:rPr lang="en-US" dirty="0"/>
                        <a:t>, </a:t>
                      </a:r>
                      <a:r>
                        <a:rPr lang="en-US" dirty="0" err="1"/>
                        <a:t>GroupID</a:t>
                      </a:r>
                      <a:r>
                        <a:rPr lang="en-US" dirty="0"/>
                        <a:t> (FK), Name, </a:t>
                      </a:r>
                      <a:r>
                        <a:rPr lang="en-US" dirty="0" err="1"/>
                        <a:t>IDNumber</a:t>
                      </a:r>
                      <a:r>
                        <a:rPr lang="en-US" dirty="0"/>
                        <a:t>, </a:t>
                      </a:r>
                      <a:r>
                        <a:rPr lang="en-US" dirty="0" err="1"/>
                        <a:t>PhoneNumber</a:t>
                      </a:r>
                      <a:endParaRPr lang="en-US" dirty="0"/>
                    </a:p>
                  </a:txBody>
                  <a:tcPr anchor="ctr">
                    <a:lnL>
                      <a:noFill/>
                    </a:lnL>
                    <a:lnR>
                      <a:noFill/>
                    </a:lnR>
                    <a:lnT>
                      <a:noFill/>
                    </a:lnT>
                    <a:lnB>
                      <a:noFill/>
                    </a:lnB>
                    <a:noFill/>
                  </a:tcPr>
                </a:tc>
                <a:tc>
                  <a:txBody>
                    <a:bodyPr/>
                    <a:lstStyle/>
                    <a:p>
                      <a:pPr>
                        <a:buNone/>
                      </a:pPr>
                      <a:r>
                        <a:rPr lang="en-US"/>
                        <a:t>Stores individual details of each group member</a:t>
                      </a:r>
                    </a:p>
                  </a:txBody>
                  <a:tcPr anchor="ctr">
                    <a:lnL>
                      <a:noFill/>
                    </a:lnL>
                    <a:lnR>
                      <a:noFill/>
                    </a:lnR>
                    <a:lnT>
                      <a:noFill/>
                    </a:lnT>
                    <a:lnB>
                      <a:noFill/>
                    </a:lnB>
                    <a:noFill/>
                  </a:tcPr>
                </a:tc>
                <a:extLst>
                  <a:ext uri="{0D108BD9-81ED-4DB2-BD59-A6C34878D82A}">
                    <a16:rowId xmlns:a16="http://schemas.microsoft.com/office/drawing/2014/main" xmlns="" val="1854549914"/>
                  </a:ext>
                </a:extLst>
              </a:tr>
              <a:tr h="0">
                <a:tc>
                  <a:txBody>
                    <a:bodyPr/>
                    <a:lstStyle/>
                    <a:p>
                      <a:pPr>
                        <a:buNone/>
                      </a:pPr>
                      <a:r>
                        <a:rPr lang="fr-BE" b="1" dirty="0" err="1"/>
                        <a:t>AccessRequests</a:t>
                      </a:r>
                      <a:r>
                        <a:rPr lang="fr-BE" dirty="0"/>
                        <a:t> </a:t>
                      </a:r>
                      <a:r>
                        <a:rPr lang="fr-BE" i="1" dirty="0"/>
                        <a:t>(or </a:t>
                      </a:r>
                      <a:r>
                        <a:rPr lang="fr-BE" i="1" dirty="0" err="1"/>
                        <a:t>VisitorAccess</a:t>
                      </a:r>
                      <a:r>
                        <a:rPr lang="fr-BE" i="1" dirty="0"/>
                        <a:t>)</a:t>
                      </a:r>
                      <a:endParaRPr lang="fr-BE" dirty="0"/>
                    </a:p>
                  </a:txBody>
                  <a:tcPr anchor="ctr">
                    <a:lnL>
                      <a:noFill/>
                    </a:lnL>
                    <a:lnR>
                      <a:noFill/>
                    </a:lnR>
                    <a:lnT>
                      <a:noFill/>
                    </a:lnT>
                    <a:lnB>
                      <a:noFill/>
                    </a:lnB>
                    <a:noFill/>
                  </a:tcPr>
                </a:tc>
                <a:tc>
                  <a:txBody>
                    <a:bodyPr/>
                    <a:lstStyle/>
                    <a:p>
                      <a:pPr>
                        <a:buNone/>
                      </a:pPr>
                      <a:r>
                        <a:rPr lang="en-US"/>
                        <a:t>RequestID, GroupID, Status (Pending/Approved/Denied), SecurityRemarks</a:t>
                      </a:r>
                    </a:p>
                  </a:txBody>
                  <a:tcPr anchor="ctr">
                    <a:lnL>
                      <a:noFill/>
                    </a:lnL>
                    <a:lnR>
                      <a:noFill/>
                    </a:lnR>
                    <a:lnT>
                      <a:noFill/>
                    </a:lnT>
                    <a:lnB>
                      <a:noFill/>
                    </a:lnB>
                    <a:noFill/>
                  </a:tcPr>
                </a:tc>
                <a:tc>
                  <a:txBody>
                    <a:bodyPr/>
                    <a:lstStyle/>
                    <a:p>
                      <a:endParaRPr lang="x-none" dirty="0"/>
                    </a:p>
                  </a:txBody>
                  <a:tcPr>
                    <a:lnL>
                      <a:noFill/>
                    </a:lnL>
                    <a:lnT>
                      <a:noFill/>
                    </a:lnT>
                  </a:tcPr>
                </a:tc>
                <a:extLst>
                  <a:ext uri="{0D108BD9-81ED-4DB2-BD59-A6C34878D82A}">
                    <a16:rowId xmlns:a16="http://schemas.microsoft.com/office/drawing/2014/main" xmlns="" val="1915198221"/>
                  </a:ext>
                </a:extLst>
              </a:tr>
            </a:tbl>
          </a:graphicData>
        </a:graphic>
      </p:graphicFrame>
      <p:sp>
        <p:nvSpPr>
          <p:cNvPr id="6" name="Rectangle 1">
            <a:extLst>
              <a:ext uri="{FF2B5EF4-FFF2-40B4-BE49-F238E27FC236}">
                <a16:creationId xmlns:a16="http://schemas.microsoft.com/office/drawing/2014/main" xmlns="" id="{9C09EDF0-DC27-6251-34BE-A4A9665F85AF}"/>
              </a:ext>
            </a:extLst>
          </p:cNvPr>
          <p:cNvSpPr>
            <a:spLocks noChangeArrowheads="1"/>
          </p:cNvSpPr>
          <p:nvPr/>
        </p:nvSpPr>
        <p:spPr bwMode="auto">
          <a:xfrm>
            <a:off x="482924" y="2798575"/>
            <a:ext cx="11165125"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1200" b="1" i="0" u="none" strike="noStrike" cap="none" normalizeH="0" baseline="0" dirty="0">
                <a:ln>
                  <a:noFill/>
                </a:ln>
                <a:solidFill>
                  <a:schemeClr val="tx1"/>
                </a:solidFill>
                <a:effectLst/>
                <a:latin typeface="Arial" panose="020B0604020202020204" pitchFamily="34" charset="0"/>
              </a:rPr>
              <a:t>Entities Involved</a:t>
            </a:r>
          </a:p>
          <a:p>
            <a:pPr marL="0" marR="0" lvl="0" indent="0" algn="l" defTabSz="914400" rtl="0" eaLnBrk="0" fontAlgn="base" latinLnBrk="0" hangingPunct="0">
              <a:lnSpc>
                <a:spcPct val="100000"/>
              </a:lnSpc>
              <a:spcBef>
                <a:spcPct val="0"/>
              </a:spcBef>
              <a:spcAft>
                <a:spcPct val="0"/>
              </a:spcAft>
              <a:buClrTx/>
              <a:buSzTx/>
              <a:buFontTx/>
              <a:buNone/>
              <a:tabLst/>
            </a:pPr>
            <a:r>
              <a:rPr kumimoji="0" lang="x-none" altLang="x-none" sz="800" b="0" i="0" u="none" strike="noStrike" cap="none" normalizeH="0" baseline="0" dirty="0">
                <a:ln>
                  <a:noFill/>
                </a:ln>
                <a:solidFill>
                  <a:schemeClr val="tx1"/>
                </a:solidFill>
                <a:effectLst/>
                <a:latin typeface="Arial" panose="020B0604020202020204" pitchFamily="34" charset="0"/>
              </a:rPr>
              <a:t>To model group access, you’ll likely use three tables (or classes if using C#/ASP.NET):</a:t>
            </a:r>
            <a:endParaRPr kumimoji="0" lang="x-none" altLang="x-non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x-none" altLang="x-none"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649743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Admin Approval	</a:t>
            </a:r>
            <a:endParaRPr lang="en-US" dirty="0"/>
          </a:p>
        </p:txBody>
      </p:sp>
      <p:sp>
        <p:nvSpPr>
          <p:cNvPr id="3" name="Content Placeholder 2"/>
          <p:cNvSpPr>
            <a:spLocks noGrp="1"/>
          </p:cNvSpPr>
          <p:nvPr>
            <p:ph idx="1"/>
          </p:nvPr>
        </p:nvSpPr>
        <p:spPr/>
        <p:txBody>
          <a:bodyPr/>
          <a:lstStyle/>
          <a:p>
            <a:r>
              <a:rPr lang="en-US" b="1" dirty="0" smtClean="0"/>
              <a:t>Send </a:t>
            </a:r>
            <a:r>
              <a:rPr lang="en-US" b="1" dirty="0"/>
              <a:t>Password via Email</a:t>
            </a:r>
          </a:p>
          <a:p>
            <a:r>
              <a:rPr lang="en-US" dirty="0" smtClean="0"/>
              <a:t>integrated </a:t>
            </a:r>
            <a:r>
              <a:rPr lang="en-US" dirty="0"/>
              <a:t>an email service </a:t>
            </a:r>
            <a:r>
              <a:rPr lang="en-US" dirty="0" smtClean="0"/>
              <a:t>(</a:t>
            </a:r>
            <a:r>
              <a:rPr lang="en-US" b="1" dirty="0" err="1"/>
              <a:t>Nodemailer</a:t>
            </a:r>
            <a:r>
              <a:rPr lang="en-US" b="1" dirty="0"/>
              <a:t> </a:t>
            </a:r>
            <a:r>
              <a:rPr lang="en-US" b="1" dirty="0" smtClean="0"/>
              <a:t>)</a:t>
            </a:r>
            <a:r>
              <a:rPr lang="en-US" dirty="0" smtClean="0"/>
              <a:t>into  </a:t>
            </a:r>
            <a:r>
              <a:rPr lang="en-US" dirty="0"/>
              <a:t>Node.js </a:t>
            </a:r>
            <a:r>
              <a:rPr lang="en-US" dirty="0" smtClean="0"/>
              <a:t>application being the </a:t>
            </a:r>
            <a:r>
              <a:rPr lang="en-US" dirty="0"/>
              <a:t>most popular library for sending emails from Node.js</a:t>
            </a:r>
            <a:r>
              <a:rPr lang="en-US" dirty="0" smtClean="0"/>
              <a:t>.</a:t>
            </a:r>
          </a:p>
          <a:p>
            <a:r>
              <a:rPr lang="en-US" dirty="0" smtClean="0"/>
              <a:t>The member is automatically added to the Residents and User Tables.</a:t>
            </a:r>
          </a:p>
          <a:p>
            <a:r>
              <a:rPr lang="en-US" dirty="0" smtClean="0"/>
              <a:t>Resident cant access Admin Portal.</a:t>
            </a:r>
          </a:p>
          <a:p>
            <a:r>
              <a:rPr lang="en-US" dirty="0" smtClean="0"/>
              <a:t>Admin can access all portals</a:t>
            </a:r>
            <a:endParaRPr lang="en-US" dirty="0"/>
          </a:p>
          <a:p>
            <a:endParaRPr lang="en-US" dirty="0"/>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8179151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Achieved</a:t>
            </a:r>
            <a:endParaRPr lang="en-US" dirty="0"/>
          </a:p>
        </p:txBody>
      </p:sp>
      <p:sp>
        <p:nvSpPr>
          <p:cNvPr id="3" name="Content Placeholder 2"/>
          <p:cNvSpPr>
            <a:spLocks noGrp="1"/>
          </p:cNvSpPr>
          <p:nvPr>
            <p:ph idx="1"/>
          </p:nvPr>
        </p:nvSpPr>
        <p:spPr/>
        <p:txBody>
          <a:bodyPr>
            <a:normAutofit lnSpcReduction="10000"/>
          </a:bodyPr>
          <a:lstStyle/>
          <a:p>
            <a:r>
              <a:rPr lang="en-US" dirty="0" smtClean="0"/>
              <a:t>Active submit button issuing status message of successful membership request</a:t>
            </a:r>
          </a:p>
          <a:p>
            <a:r>
              <a:rPr lang="en-US" dirty="0" smtClean="0"/>
              <a:t>Saves </a:t>
            </a:r>
            <a:r>
              <a:rPr lang="en-US" dirty="0"/>
              <a:t>a new membership request to SQL Server.</a:t>
            </a:r>
          </a:p>
          <a:p>
            <a:r>
              <a:rPr lang="en-US" dirty="0"/>
              <a:t>Sends </a:t>
            </a:r>
            <a:r>
              <a:rPr lang="en-US" b="1" dirty="0"/>
              <a:t>a confirmation email to the requester</a:t>
            </a:r>
            <a:r>
              <a:rPr lang="en-US" dirty="0"/>
              <a:t>.</a:t>
            </a:r>
          </a:p>
          <a:p>
            <a:r>
              <a:rPr lang="en-US" dirty="0"/>
              <a:t>Sends </a:t>
            </a:r>
            <a:r>
              <a:rPr lang="en-US" b="1" dirty="0"/>
              <a:t>a notification email to the admin</a:t>
            </a:r>
            <a:r>
              <a:rPr lang="en-US" dirty="0"/>
              <a:t>.</a:t>
            </a:r>
          </a:p>
          <a:p>
            <a:r>
              <a:rPr lang="en-US" dirty="0"/>
              <a:t>Returns a success/failure message to the frontend (so your membership form can show a success alert</a:t>
            </a:r>
          </a:p>
          <a:p>
            <a:r>
              <a:rPr lang="en-US" b="1" dirty="0">
                <a:solidFill>
                  <a:srgbClr val="FF0000"/>
                </a:solidFill>
              </a:rPr>
              <a:t>membership request successfully saved into SQL Server</a:t>
            </a:r>
            <a:r>
              <a:rPr lang="en-US" dirty="0">
                <a:solidFill>
                  <a:srgbClr val="FF0000"/>
                </a:solidFill>
              </a:rPr>
              <a:t>, and the </a:t>
            </a:r>
            <a:r>
              <a:rPr lang="en-US" b="1" dirty="0">
                <a:solidFill>
                  <a:srgbClr val="FF0000"/>
                </a:solidFill>
              </a:rPr>
              <a:t>only failure was the email-sending part</a:t>
            </a:r>
            <a:r>
              <a:rPr lang="en-US" dirty="0">
                <a:solidFill>
                  <a:srgbClr val="FF0000"/>
                </a:solidFill>
              </a:rPr>
              <a:t> (EAUTH). </a:t>
            </a:r>
            <a:r>
              <a:rPr lang="en-US" b="1" dirty="0" smtClean="0">
                <a:solidFill>
                  <a:srgbClr val="FF0000"/>
                </a:solidFill>
              </a:rPr>
              <a:t>backend </a:t>
            </a:r>
            <a:r>
              <a:rPr lang="en-US" b="1" dirty="0">
                <a:solidFill>
                  <a:srgbClr val="FF0000"/>
                </a:solidFill>
              </a:rPr>
              <a:t>route logic works end-to-end except for Gmail authentication.</a:t>
            </a:r>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816887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Intranet and Extranet</a:t>
            </a:r>
            <a:br>
              <a:rPr lang="en-US" dirty="0" smtClean="0"/>
            </a:br>
            <a:r>
              <a:rPr lang="en-US" sz="1600" b="1" dirty="0" smtClean="0"/>
              <a:t>For secure access and scalability, Estate </a:t>
            </a:r>
            <a:r>
              <a:rPr lang="en-US" sz="1600" b="1" dirty="0"/>
              <a:t>Access Management System</a:t>
            </a:r>
            <a:r>
              <a:rPr lang="en-US" sz="1600" dirty="0"/>
              <a:t> </a:t>
            </a:r>
            <a:r>
              <a:rPr lang="en-US" sz="1600" dirty="0" smtClean="0"/>
              <a:t> can work </a:t>
            </a:r>
            <a:r>
              <a:rPr lang="en-US" sz="1600" dirty="0"/>
              <a:t>as both an </a:t>
            </a:r>
            <a:r>
              <a:rPr lang="en-US" sz="1600" b="1" dirty="0"/>
              <a:t>intranet</a:t>
            </a:r>
            <a:r>
              <a:rPr lang="en-US" sz="1600" dirty="0"/>
              <a:t> and </a:t>
            </a:r>
            <a:r>
              <a:rPr lang="en-US" sz="1600" b="1" dirty="0" smtClean="0"/>
              <a:t>extranet</a:t>
            </a:r>
            <a:endParaRPr lang="en-US" sz="1300"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4188538165"/>
              </p:ext>
            </p:extLst>
          </p:nvPr>
        </p:nvGraphicFramePr>
        <p:xfrm>
          <a:off x="669388" y="1623854"/>
          <a:ext cx="10515600" cy="365760"/>
        </p:xfrm>
        <a:graphic>
          <a:graphicData uri="http://schemas.openxmlformats.org/drawingml/2006/table">
            <a:tbl>
              <a:tblPr/>
              <a:tblGrid>
                <a:gridCol w="2628900"/>
                <a:gridCol w="2628900"/>
                <a:gridCol w="2628900"/>
                <a:gridCol w="2628900"/>
              </a:tblGrid>
              <a:tr h="0">
                <a:tc>
                  <a:txBody>
                    <a:bodyPr/>
                    <a:lstStyle/>
                    <a:p>
                      <a:r>
                        <a:rPr lang="en-US" dirty="0"/>
                        <a:t>Type</a:t>
                      </a:r>
                    </a:p>
                  </a:txBody>
                  <a:tcPr anchor="ctr">
                    <a:lnL>
                      <a:noFill/>
                    </a:lnL>
                    <a:lnR>
                      <a:noFill/>
                    </a:lnR>
                    <a:lnT>
                      <a:noFill/>
                    </a:lnT>
                    <a:lnB>
                      <a:noFill/>
                    </a:lnB>
                  </a:tcPr>
                </a:tc>
                <a:tc>
                  <a:txBody>
                    <a:bodyPr/>
                    <a:lstStyle/>
                    <a:p>
                      <a:r>
                        <a:rPr lang="en-US"/>
                        <a:t>Purpose</a:t>
                      </a:r>
                    </a:p>
                  </a:txBody>
                  <a:tcPr anchor="ctr">
                    <a:lnL>
                      <a:noFill/>
                    </a:lnL>
                    <a:lnR>
                      <a:noFill/>
                    </a:lnR>
                    <a:lnT>
                      <a:noFill/>
                    </a:lnT>
                    <a:lnB>
                      <a:noFill/>
                    </a:lnB>
                  </a:tcPr>
                </a:tc>
                <a:tc>
                  <a:txBody>
                    <a:bodyPr/>
                    <a:lstStyle/>
                    <a:p>
                      <a:r>
                        <a:rPr lang="en-US" dirty="0"/>
                        <a:t>Typical Users</a:t>
                      </a:r>
                    </a:p>
                  </a:txBody>
                  <a:tcPr anchor="ctr">
                    <a:lnL>
                      <a:noFill/>
                    </a:lnL>
                    <a:lnR>
                      <a:noFill/>
                    </a:lnR>
                    <a:lnT>
                      <a:noFill/>
                    </a:lnT>
                    <a:lnB>
                      <a:noFill/>
                    </a:lnB>
                  </a:tcPr>
                </a:tc>
                <a:tc>
                  <a:txBody>
                    <a:bodyPr/>
                    <a:lstStyle/>
                    <a:p>
                      <a:r>
                        <a:rPr lang="en-US" dirty="0"/>
                        <a:t>Access Scope</a:t>
                      </a:r>
                    </a:p>
                  </a:txBody>
                  <a:tcPr anchor="ctr">
                    <a:lnL>
                      <a:noFill/>
                    </a:lnL>
                    <a:lnR>
                      <a:noFill/>
                    </a:lnR>
                    <a:lnT>
                      <a:noFill/>
                    </a:lnT>
                    <a:lnB>
                      <a:noFill/>
                    </a:lnB>
                  </a:tcPr>
                </a:tc>
              </a:tr>
            </a:tbl>
          </a:graphicData>
        </a:graphic>
      </p:graphicFrame>
      <p:sp>
        <p:nvSpPr>
          <p:cNvPr id="4" name="Footer Placeholder 3"/>
          <p:cNvSpPr>
            <a:spLocks noGrp="1"/>
          </p:cNvSpPr>
          <p:nvPr>
            <p:ph type="ftr" sz="quarter" idx="11"/>
          </p:nvPr>
        </p:nvSpPr>
        <p:spPr/>
        <p:txBody>
          <a:bodyPr/>
          <a:lstStyle/>
          <a:p>
            <a:endParaRPr lang="en-US"/>
          </a:p>
        </p:txBody>
      </p:sp>
      <p:graphicFrame>
        <p:nvGraphicFramePr>
          <p:cNvPr id="6" name="Table 5"/>
          <p:cNvGraphicFramePr>
            <a:graphicFrameLocks noGrp="1"/>
          </p:cNvGraphicFramePr>
          <p:nvPr>
            <p:extLst>
              <p:ext uri="{D42A27DB-BD31-4B8C-83A1-F6EECF244321}">
                <p14:modId xmlns:p14="http://schemas.microsoft.com/office/powerpoint/2010/main" val="3777720396"/>
              </p:ext>
            </p:extLst>
          </p:nvPr>
        </p:nvGraphicFramePr>
        <p:xfrm>
          <a:off x="838200" y="1969476"/>
          <a:ext cx="10036128" cy="1716259"/>
        </p:xfrm>
        <a:graphic>
          <a:graphicData uri="http://schemas.openxmlformats.org/drawingml/2006/table">
            <a:tbl>
              <a:tblPr/>
              <a:tblGrid>
                <a:gridCol w="2509032"/>
                <a:gridCol w="2509032"/>
                <a:gridCol w="2509032"/>
                <a:gridCol w="2509032"/>
              </a:tblGrid>
              <a:tr h="1716259">
                <a:tc>
                  <a:txBody>
                    <a:bodyPr/>
                    <a:lstStyle/>
                    <a:p>
                      <a:r>
                        <a:rPr lang="en-US" b="1" dirty="0"/>
                        <a:t>Intranet</a:t>
                      </a:r>
                      <a:endParaRPr lang="en-US" dirty="0"/>
                    </a:p>
                  </a:txBody>
                  <a:tcPr anchor="ctr">
                    <a:lnL>
                      <a:noFill/>
                    </a:lnL>
                    <a:lnR>
                      <a:noFill/>
                    </a:lnR>
                    <a:lnT>
                      <a:noFill/>
                    </a:lnT>
                    <a:lnB>
                      <a:noFill/>
                    </a:lnB>
                  </a:tcPr>
                </a:tc>
                <a:tc>
                  <a:txBody>
                    <a:bodyPr/>
                    <a:lstStyle/>
                    <a:p>
                      <a:r>
                        <a:rPr lang="en-US" dirty="0"/>
                        <a:t>Internal private network for estate staff, security, and residents on local Wi-Fi</a:t>
                      </a:r>
                    </a:p>
                  </a:txBody>
                  <a:tcPr anchor="ctr">
                    <a:lnL>
                      <a:noFill/>
                    </a:lnL>
                    <a:lnR>
                      <a:noFill/>
                    </a:lnR>
                    <a:lnT>
                      <a:noFill/>
                    </a:lnT>
                    <a:lnB>
                      <a:noFill/>
                    </a:lnB>
                  </a:tcPr>
                </a:tc>
                <a:tc>
                  <a:txBody>
                    <a:bodyPr/>
                    <a:lstStyle/>
                    <a:p>
                      <a:r>
                        <a:rPr lang="en-US" dirty="0"/>
                        <a:t>Admins, guards, local residents</a:t>
                      </a:r>
                    </a:p>
                  </a:txBody>
                  <a:tcPr anchor="ctr">
                    <a:lnL>
                      <a:noFill/>
                    </a:lnL>
                    <a:lnR>
                      <a:noFill/>
                    </a:lnR>
                    <a:lnT>
                      <a:noFill/>
                    </a:lnT>
                    <a:lnB>
                      <a:noFill/>
                    </a:lnB>
                  </a:tcPr>
                </a:tc>
                <a:tc>
                  <a:txBody>
                    <a:bodyPr/>
                    <a:lstStyle/>
                    <a:p>
                      <a:r>
                        <a:rPr lang="en-US" dirty="0"/>
                        <a:t>Local network (LAN) only</a:t>
                      </a:r>
                    </a:p>
                  </a:txBody>
                  <a:tcPr anchor="ctr">
                    <a:lnL>
                      <a:noFill/>
                    </a:lnL>
                    <a:lnR>
                      <a:noFill/>
                    </a:lnR>
                    <a:lnT>
                      <a:noFill/>
                    </a:lnT>
                    <a:lnB>
                      <a:noFill/>
                    </a:lnB>
                  </a:tcPr>
                </a:tc>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818691014"/>
              </p:ext>
            </p:extLst>
          </p:nvPr>
        </p:nvGraphicFramePr>
        <p:xfrm>
          <a:off x="886262" y="3523956"/>
          <a:ext cx="9594168" cy="2257866"/>
        </p:xfrm>
        <a:graphic>
          <a:graphicData uri="http://schemas.openxmlformats.org/drawingml/2006/table">
            <a:tbl>
              <a:tblPr/>
              <a:tblGrid>
                <a:gridCol w="2398542"/>
                <a:gridCol w="2398542"/>
                <a:gridCol w="2398542"/>
                <a:gridCol w="2398542"/>
              </a:tblGrid>
              <a:tr h="2257866">
                <a:tc>
                  <a:txBody>
                    <a:bodyPr/>
                    <a:lstStyle/>
                    <a:p>
                      <a:r>
                        <a:rPr lang="en-US" b="1" dirty="0"/>
                        <a:t>Extranet</a:t>
                      </a:r>
                      <a:endParaRPr lang="en-US" dirty="0"/>
                    </a:p>
                  </a:txBody>
                  <a:tcPr anchor="ctr">
                    <a:lnL>
                      <a:noFill/>
                    </a:lnL>
                    <a:lnR>
                      <a:noFill/>
                    </a:lnR>
                    <a:lnT>
                      <a:noFill/>
                    </a:lnT>
                    <a:lnB>
                      <a:noFill/>
                    </a:lnB>
                  </a:tcPr>
                </a:tc>
                <a:tc>
                  <a:txBody>
                    <a:bodyPr/>
                    <a:lstStyle/>
                    <a:p>
                      <a:r>
                        <a:rPr lang="en-US" dirty="0"/>
                        <a:t>Secure remote access for approved users (e.g., residents off-site, estate managers)</a:t>
                      </a:r>
                    </a:p>
                  </a:txBody>
                  <a:tcPr anchor="ctr">
                    <a:lnL>
                      <a:noFill/>
                    </a:lnL>
                    <a:lnR>
                      <a:noFill/>
                    </a:lnR>
                    <a:lnT>
                      <a:noFill/>
                    </a:lnT>
                    <a:lnB>
                      <a:noFill/>
                    </a:lnB>
                  </a:tcPr>
                </a:tc>
                <a:tc>
                  <a:txBody>
                    <a:bodyPr/>
                    <a:lstStyle/>
                    <a:p>
                      <a:r>
                        <a:rPr lang="en-US" dirty="0"/>
                        <a:t>Verified residents, management</a:t>
                      </a:r>
                    </a:p>
                  </a:txBody>
                  <a:tcPr anchor="ctr">
                    <a:lnL>
                      <a:noFill/>
                    </a:lnL>
                    <a:lnR>
                      <a:noFill/>
                    </a:lnR>
                    <a:lnT>
                      <a:noFill/>
                    </a:lnT>
                    <a:lnB>
                      <a:noFill/>
                    </a:lnB>
                  </a:tcPr>
                </a:tc>
                <a:tc>
                  <a:txBody>
                    <a:bodyPr/>
                    <a:lstStyle/>
                    <a:p>
                      <a:r>
                        <a:rPr lang="en-US" dirty="0"/>
                        <a:t>Internet-based, through HTTPS and authentication</a:t>
                      </a:r>
                    </a:p>
                  </a:txBody>
                  <a:tcPr anchor="ctr">
                    <a:lnL>
                      <a:noFill/>
                    </a:lnL>
                    <a:lnR>
                      <a:noFill/>
                    </a:lnR>
                    <a:lnT>
                      <a:noFill/>
                    </a:lnT>
                    <a:lnB>
                      <a:noFill/>
                    </a:lnB>
                  </a:tcPr>
                </a:tc>
              </a:tr>
            </a:tbl>
          </a:graphicData>
        </a:graphic>
      </p:graphicFrame>
    </p:spTree>
    <p:extLst>
      <p:ext uri="{BB962C8B-B14F-4D97-AF65-F5344CB8AC3E}">
        <p14:creationId xmlns:p14="http://schemas.microsoft.com/office/powerpoint/2010/main" val="2307462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Accesses  (1 of 5)</a:t>
            </a:r>
            <a:endParaRPr lang="en-US" dirty="0"/>
          </a:p>
        </p:txBody>
      </p:sp>
      <p:sp>
        <p:nvSpPr>
          <p:cNvPr id="3" name="Content Placeholder 2"/>
          <p:cNvSpPr>
            <a:spLocks noGrp="1"/>
          </p:cNvSpPr>
          <p:nvPr>
            <p:ph idx="1"/>
          </p:nvPr>
        </p:nvSpPr>
        <p:spPr>
          <a:xfrm>
            <a:off x="795997" y="1443840"/>
            <a:ext cx="4394982" cy="4351338"/>
          </a:xfrm>
        </p:spPr>
        <p:txBody>
          <a:bodyPr>
            <a:normAutofit fontScale="92500" lnSpcReduction="10000"/>
          </a:bodyPr>
          <a:lstStyle/>
          <a:p>
            <a:r>
              <a:rPr lang="en-US" sz="1500" b="1" dirty="0"/>
              <a:t>Home Page (home.html)</a:t>
            </a:r>
          </a:p>
          <a:p>
            <a:r>
              <a:rPr lang="en-US" sz="1500" b="1" dirty="0"/>
              <a:t>Purpose:</a:t>
            </a:r>
            <a:r>
              <a:rPr lang="en-US" sz="1500" dirty="0"/>
              <a:t> Public landing page — overview of the estate.</a:t>
            </a:r>
            <a:br>
              <a:rPr lang="en-US" sz="1500" dirty="0"/>
            </a:br>
            <a:r>
              <a:rPr lang="en-US" sz="1500" b="1" dirty="0"/>
              <a:t>Navigation links:</a:t>
            </a:r>
            <a:endParaRPr lang="en-US" sz="1500" dirty="0"/>
          </a:p>
          <a:p>
            <a:r>
              <a:rPr lang="en-US" sz="1500" dirty="0"/>
              <a:t>Home</a:t>
            </a:r>
          </a:p>
          <a:p>
            <a:r>
              <a:rPr lang="en-US" sz="1500" dirty="0"/>
              <a:t>About Us</a:t>
            </a:r>
          </a:p>
          <a:p>
            <a:r>
              <a:rPr lang="en-US" sz="1500" dirty="0"/>
              <a:t>Services</a:t>
            </a:r>
          </a:p>
          <a:p>
            <a:r>
              <a:rPr lang="en-US" sz="1500" dirty="0"/>
              <a:t>Gallery</a:t>
            </a:r>
          </a:p>
          <a:p>
            <a:r>
              <a:rPr lang="en-US" sz="1500" dirty="0"/>
              <a:t>Contact</a:t>
            </a:r>
          </a:p>
          <a:p>
            <a:r>
              <a:rPr lang="en-US" sz="1500" dirty="0"/>
              <a:t>Membership / Register</a:t>
            </a:r>
          </a:p>
          <a:p>
            <a:r>
              <a:rPr lang="en-US" sz="1500" dirty="0"/>
              <a:t>Login</a:t>
            </a:r>
          </a:p>
          <a:p>
            <a:r>
              <a:rPr lang="en-US" sz="1500" b="1" dirty="0"/>
              <a:t>Hidden or conditional links:</a:t>
            </a:r>
            <a:endParaRPr lang="en-US" sz="1500" dirty="0"/>
          </a:p>
          <a:p>
            <a:r>
              <a:rPr lang="en-US" sz="1500" dirty="0"/>
              <a:t>Update Profile </a:t>
            </a:r>
            <a:r>
              <a:rPr lang="en-US" sz="1500" i="1" dirty="0"/>
              <a:t>(visible only after login)</a:t>
            </a:r>
            <a:endParaRPr lang="en-US" sz="1500" dirty="0"/>
          </a:p>
          <a:p>
            <a:r>
              <a:rPr lang="en-US" sz="1500" dirty="0"/>
              <a:t>Logout </a:t>
            </a:r>
            <a:r>
              <a:rPr lang="en-US" sz="1500" i="1" dirty="0"/>
              <a:t>(visible only after login)</a:t>
            </a:r>
            <a:endParaRPr lang="en-US" sz="1500" dirty="0"/>
          </a:p>
          <a:p>
            <a:r>
              <a:rPr lang="en-US" sz="1500" dirty="0"/>
              <a:t>Admin Portal </a:t>
            </a:r>
            <a:r>
              <a:rPr lang="en-US" sz="1500" i="1" dirty="0"/>
              <a:t>(visible only to admins)</a:t>
            </a:r>
            <a:endParaRPr lang="en-US" sz="1500" dirty="0"/>
          </a:p>
          <a:p>
            <a:endParaRPr lang="en-US" dirty="0"/>
          </a:p>
        </p:txBody>
      </p:sp>
      <p:sp>
        <p:nvSpPr>
          <p:cNvPr id="5" name="Rectangle 4"/>
          <p:cNvSpPr/>
          <p:nvPr/>
        </p:nvSpPr>
        <p:spPr>
          <a:xfrm>
            <a:off x="5711482" y="1345366"/>
            <a:ext cx="5275385" cy="3970318"/>
          </a:xfrm>
          <a:prstGeom prst="rect">
            <a:avLst/>
          </a:prstGeom>
        </p:spPr>
        <p:txBody>
          <a:bodyPr wrap="square">
            <a:spAutoFit/>
          </a:bodyPr>
          <a:lstStyle/>
          <a:p>
            <a:r>
              <a:rPr lang="en-US" b="1" dirty="0"/>
              <a:t>About Us (about-us.html)</a:t>
            </a:r>
          </a:p>
          <a:p>
            <a:r>
              <a:rPr lang="en-US" b="1" dirty="0"/>
              <a:t>Purpose:</a:t>
            </a:r>
            <a:r>
              <a:rPr lang="en-US" dirty="0"/>
              <a:t> Describe estate mission, vision, and features.</a:t>
            </a:r>
            <a:br>
              <a:rPr lang="en-US" dirty="0"/>
            </a:br>
            <a:r>
              <a:rPr lang="en-US" b="1" dirty="0"/>
              <a:t>Navigation links (same as Home for consistency):</a:t>
            </a:r>
            <a:endParaRPr lang="en-US" dirty="0"/>
          </a:p>
          <a:p>
            <a:r>
              <a:rPr lang="en-US" dirty="0"/>
              <a:t>Home</a:t>
            </a:r>
          </a:p>
          <a:p>
            <a:r>
              <a:rPr lang="en-US" dirty="0"/>
              <a:t>About Us </a:t>
            </a:r>
            <a:r>
              <a:rPr lang="en-US" i="1" dirty="0"/>
              <a:t>(active)</a:t>
            </a:r>
            <a:endParaRPr lang="en-US" dirty="0"/>
          </a:p>
          <a:p>
            <a:r>
              <a:rPr lang="en-US" dirty="0"/>
              <a:t>Services</a:t>
            </a:r>
          </a:p>
          <a:p>
            <a:r>
              <a:rPr lang="en-US" dirty="0"/>
              <a:t>Gallery</a:t>
            </a:r>
          </a:p>
          <a:p>
            <a:r>
              <a:rPr lang="en-US" dirty="0"/>
              <a:t>Contact</a:t>
            </a:r>
          </a:p>
          <a:p>
            <a:r>
              <a:rPr lang="en-US" dirty="0"/>
              <a:t>Membership</a:t>
            </a:r>
          </a:p>
          <a:p>
            <a:r>
              <a:rPr lang="en-US" dirty="0"/>
              <a:t>Login</a:t>
            </a:r>
          </a:p>
          <a:p>
            <a:r>
              <a:rPr lang="en-US" b="1" dirty="0"/>
              <a:t>Conditional:</a:t>
            </a:r>
            <a:endParaRPr lang="en-US" dirty="0"/>
          </a:p>
          <a:p>
            <a:r>
              <a:rPr lang="en-US" dirty="0"/>
              <a:t>Update Profile (logged-in users)</a:t>
            </a:r>
          </a:p>
          <a:p>
            <a:r>
              <a:rPr lang="en-US" dirty="0"/>
              <a:t>Admin Portal (admins)</a:t>
            </a:r>
          </a:p>
          <a:p>
            <a:r>
              <a:rPr lang="en-US" dirty="0"/>
              <a:t>Logout (logged-in users)</a:t>
            </a:r>
          </a:p>
        </p:txBody>
      </p:sp>
    </p:spTree>
    <p:extLst>
      <p:ext uri="{BB962C8B-B14F-4D97-AF65-F5344CB8AC3E}">
        <p14:creationId xmlns:p14="http://schemas.microsoft.com/office/powerpoint/2010/main" val="3030695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Accesses (2 of 5)</a:t>
            </a:r>
            <a:endParaRPr lang="en-US" dirty="0"/>
          </a:p>
        </p:txBody>
      </p:sp>
      <p:sp>
        <p:nvSpPr>
          <p:cNvPr id="3" name="Content Placeholder 2"/>
          <p:cNvSpPr>
            <a:spLocks noGrp="1"/>
          </p:cNvSpPr>
          <p:nvPr>
            <p:ph idx="1"/>
          </p:nvPr>
        </p:nvSpPr>
        <p:spPr>
          <a:xfrm>
            <a:off x="838200" y="1445797"/>
            <a:ext cx="3860409" cy="4351338"/>
          </a:xfrm>
        </p:spPr>
        <p:txBody>
          <a:bodyPr>
            <a:normAutofit/>
          </a:bodyPr>
          <a:lstStyle/>
          <a:p>
            <a:r>
              <a:rPr lang="en-US" sz="1400" b="1" dirty="0"/>
              <a:t>Contact (contact.html)</a:t>
            </a:r>
          </a:p>
          <a:p>
            <a:r>
              <a:rPr lang="en-US" sz="1400" b="1" dirty="0"/>
              <a:t>Purpose:</a:t>
            </a:r>
            <a:r>
              <a:rPr lang="en-US" sz="1400" dirty="0"/>
              <a:t> Enable inquiries and feedback.</a:t>
            </a:r>
            <a:br>
              <a:rPr lang="en-US" sz="1400" dirty="0"/>
            </a:br>
            <a:r>
              <a:rPr lang="en-US" sz="1400" b="1" dirty="0"/>
              <a:t>Navigation links:</a:t>
            </a:r>
            <a:endParaRPr lang="en-US" sz="1400" dirty="0"/>
          </a:p>
          <a:p>
            <a:r>
              <a:rPr lang="en-US" sz="1400" dirty="0"/>
              <a:t>Home</a:t>
            </a:r>
          </a:p>
          <a:p>
            <a:r>
              <a:rPr lang="en-US" sz="1400" dirty="0"/>
              <a:t>About Us</a:t>
            </a:r>
          </a:p>
          <a:p>
            <a:r>
              <a:rPr lang="en-US" sz="1400" dirty="0"/>
              <a:t>Services</a:t>
            </a:r>
          </a:p>
          <a:p>
            <a:r>
              <a:rPr lang="en-US" sz="1400" dirty="0"/>
              <a:t>Gallery</a:t>
            </a:r>
          </a:p>
          <a:p>
            <a:r>
              <a:rPr lang="en-US" sz="1400" dirty="0"/>
              <a:t>Contact </a:t>
            </a:r>
            <a:r>
              <a:rPr lang="en-US" sz="1400" i="1" dirty="0"/>
              <a:t>(active)</a:t>
            </a:r>
            <a:endParaRPr lang="en-US" sz="1400" dirty="0"/>
          </a:p>
          <a:p>
            <a:r>
              <a:rPr lang="en-US" sz="1400" dirty="0"/>
              <a:t>Membership</a:t>
            </a:r>
          </a:p>
          <a:p>
            <a:r>
              <a:rPr lang="en-US" sz="1400" dirty="0"/>
              <a:t>Login</a:t>
            </a:r>
          </a:p>
          <a:p>
            <a:r>
              <a:rPr lang="en-US" sz="1400" b="1" dirty="0"/>
              <a:t>Conditional:</a:t>
            </a:r>
            <a:endParaRPr lang="en-US" sz="1400" dirty="0"/>
          </a:p>
          <a:p>
            <a:r>
              <a:rPr lang="en-US" sz="1400" dirty="0"/>
              <a:t>Update Profile</a:t>
            </a:r>
          </a:p>
          <a:p>
            <a:r>
              <a:rPr lang="en-US" sz="1400" dirty="0"/>
              <a:t>Admin Portal</a:t>
            </a:r>
          </a:p>
          <a:p>
            <a:r>
              <a:rPr lang="en-US" sz="1400" dirty="0"/>
              <a:t>Logout</a:t>
            </a:r>
          </a:p>
          <a:p>
            <a:endParaRPr lang="en-US" sz="1400" dirty="0"/>
          </a:p>
        </p:txBody>
      </p:sp>
      <p:sp>
        <p:nvSpPr>
          <p:cNvPr id="5" name="Rectangle 4"/>
          <p:cNvSpPr/>
          <p:nvPr/>
        </p:nvSpPr>
        <p:spPr>
          <a:xfrm>
            <a:off x="5411372" y="1506644"/>
            <a:ext cx="6096000" cy="3539430"/>
          </a:xfrm>
          <a:prstGeom prst="rect">
            <a:avLst/>
          </a:prstGeom>
        </p:spPr>
        <p:txBody>
          <a:bodyPr>
            <a:spAutoFit/>
          </a:bodyPr>
          <a:lstStyle/>
          <a:p>
            <a:r>
              <a:rPr lang="en-US" sz="1400" b="1" dirty="0"/>
              <a:t>Membership (membership.html)</a:t>
            </a:r>
          </a:p>
          <a:p>
            <a:r>
              <a:rPr lang="en-US" sz="1400" b="1" dirty="0"/>
              <a:t>Purpose:</a:t>
            </a:r>
            <a:r>
              <a:rPr lang="en-US" sz="1400" dirty="0"/>
              <a:t> Allow visitors to request estate membership.</a:t>
            </a:r>
            <a:br>
              <a:rPr lang="en-US" sz="1400" dirty="0"/>
            </a:br>
            <a:r>
              <a:rPr lang="en-US" sz="1400" b="1" dirty="0"/>
              <a:t>Navigation links:</a:t>
            </a:r>
            <a:endParaRPr lang="en-US" sz="1400" dirty="0"/>
          </a:p>
          <a:p>
            <a:r>
              <a:rPr lang="en-US" sz="1400" dirty="0"/>
              <a:t>Home</a:t>
            </a:r>
          </a:p>
          <a:p>
            <a:r>
              <a:rPr lang="en-US" sz="1400" dirty="0"/>
              <a:t>About Us</a:t>
            </a:r>
          </a:p>
          <a:p>
            <a:r>
              <a:rPr lang="en-US" sz="1400" dirty="0"/>
              <a:t>Services</a:t>
            </a:r>
          </a:p>
          <a:p>
            <a:r>
              <a:rPr lang="en-US" sz="1400" dirty="0"/>
              <a:t>Gallery</a:t>
            </a:r>
          </a:p>
          <a:p>
            <a:r>
              <a:rPr lang="en-US" sz="1400" dirty="0"/>
              <a:t>Contact</a:t>
            </a:r>
          </a:p>
          <a:p>
            <a:r>
              <a:rPr lang="en-US" sz="1400" dirty="0"/>
              <a:t>Membership </a:t>
            </a:r>
            <a:r>
              <a:rPr lang="en-US" sz="1400" i="1" dirty="0"/>
              <a:t>(active)</a:t>
            </a:r>
            <a:endParaRPr lang="en-US" sz="1400" dirty="0"/>
          </a:p>
          <a:p>
            <a:r>
              <a:rPr lang="en-US" sz="1400" dirty="0"/>
              <a:t>Login</a:t>
            </a:r>
          </a:p>
          <a:p>
            <a:r>
              <a:rPr lang="en-US" sz="1400" b="1" dirty="0"/>
              <a:t>Conditional:</a:t>
            </a:r>
            <a:endParaRPr lang="en-US" sz="1400" dirty="0"/>
          </a:p>
          <a:p>
            <a:r>
              <a:rPr lang="en-US" sz="1400" dirty="0"/>
              <a:t>Logout</a:t>
            </a:r>
          </a:p>
          <a:p>
            <a:r>
              <a:rPr lang="en-US" sz="1400" dirty="0"/>
              <a:t>Update Profile</a:t>
            </a:r>
          </a:p>
          <a:p>
            <a:r>
              <a:rPr lang="en-US" sz="1400" dirty="0"/>
              <a:t>Admin Portal</a:t>
            </a:r>
          </a:p>
          <a:p>
            <a:r>
              <a:rPr lang="en-US" sz="1400" b="1" dirty="0"/>
              <a:t>Security tip:</a:t>
            </a:r>
            <a:r>
              <a:rPr lang="en-US" sz="1400" dirty="0"/>
              <a:t> Sanitize all form inputs; send requests through secure backend endpoints (use POST + JWT verification if logged in).</a:t>
            </a:r>
          </a:p>
        </p:txBody>
      </p:sp>
    </p:spTree>
    <p:extLst>
      <p:ext uri="{BB962C8B-B14F-4D97-AF65-F5344CB8AC3E}">
        <p14:creationId xmlns:p14="http://schemas.microsoft.com/office/powerpoint/2010/main" val="496473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Accesses  (3 of 5)</a:t>
            </a:r>
            <a:endParaRPr lang="en-US" dirty="0"/>
          </a:p>
        </p:txBody>
      </p:sp>
      <p:sp>
        <p:nvSpPr>
          <p:cNvPr id="3" name="Content Placeholder 2"/>
          <p:cNvSpPr>
            <a:spLocks noGrp="1"/>
          </p:cNvSpPr>
          <p:nvPr>
            <p:ph idx="1"/>
          </p:nvPr>
        </p:nvSpPr>
        <p:spPr>
          <a:xfrm>
            <a:off x="838200" y="1825625"/>
            <a:ext cx="4676335" cy="4351338"/>
          </a:xfrm>
        </p:spPr>
        <p:txBody>
          <a:bodyPr>
            <a:normAutofit fontScale="55000" lnSpcReduction="20000"/>
          </a:bodyPr>
          <a:lstStyle/>
          <a:p>
            <a:r>
              <a:rPr lang="en-US" b="1" dirty="0" smtClean="0"/>
              <a:t>5</a:t>
            </a:r>
            <a:r>
              <a:rPr lang="en-US" b="1" dirty="0"/>
              <a:t>. Services (services.html)</a:t>
            </a:r>
          </a:p>
          <a:p>
            <a:r>
              <a:rPr lang="en-US" b="1" dirty="0"/>
              <a:t>Purpose:</a:t>
            </a:r>
            <a:r>
              <a:rPr lang="en-US" dirty="0"/>
              <a:t> Public info about available estate services (security, utilities, etc.).</a:t>
            </a:r>
            <a:br>
              <a:rPr lang="en-US" dirty="0"/>
            </a:br>
            <a:r>
              <a:rPr lang="en-US" b="1" dirty="0"/>
              <a:t>Navigation links:</a:t>
            </a:r>
            <a:endParaRPr lang="en-US" dirty="0"/>
          </a:p>
          <a:p>
            <a:r>
              <a:rPr lang="en-US" dirty="0"/>
              <a:t>Home</a:t>
            </a:r>
          </a:p>
          <a:p>
            <a:r>
              <a:rPr lang="en-US" dirty="0"/>
              <a:t>About Us</a:t>
            </a:r>
          </a:p>
          <a:p>
            <a:r>
              <a:rPr lang="en-US" dirty="0"/>
              <a:t>Services </a:t>
            </a:r>
            <a:r>
              <a:rPr lang="en-US" i="1" dirty="0"/>
              <a:t>(active)</a:t>
            </a:r>
            <a:endParaRPr lang="en-US" dirty="0"/>
          </a:p>
          <a:p>
            <a:r>
              <a:rPr lang="en-US" dirty="0"/>
              <a:t>Gallery</a:t>
            </a:r>
          </a:p>
          <a:p>
            <a:r>
              <a:rPr lang="en-US" dirty="0"/>
              <a:t>Contact</a:t>
            </a:r>
          </a:p>
          <a:p>
            <a:r>
              <a:rPr lang="en-US" dirty="0"/>
              <a:t>Membership</a:t>
            </a:r>
          </a:p>
          <a:p>
            <a:r>
              <a:rPr lang="en-US" dirty="0"/>
              <a:t>Login</a:t>
            </a:r>
          </a:p>
          <a:p>
            <a:r>
              <a:rPr lang="en-US" b="1" dirty="0"/>
              <a:t>Conditional:</a:t>
            </a:r>
            <a:endParaRPr lang="en-US" dirty="0"/>
          </a:p>
          <a:p>
            <a:r>
              <a:rPr lang="en-US" dirty="0"/>
              <a:t>Logout</a:t>
            </a:r>
          </a:p>
          <a:p>
            <a:r>
              <a:rPr lang="en-US" dirty="0"/>
              <a:t>Update Profile</a:t>
            </a:r>
          </a:p>
          <a:p>
            <a:r>
              <a:rPr lang="en-US" dirty="0"/>
              <a:t>Admin Portal</a:t>
            </a:r>
          </a:p>
          <a:p>
            <a:endParaRPr lang="en-US" dirty="0"/>
          </a:p>
        </p:txBody>
      </p:sp>
      <p:sp>
        <p:nvSpPr>
          <p:cNvPr id="4" name="Footer Placeholder 3"/>
          <p:cNvSpPr>
            <a:spLocks noGrp="1"/>
          </p:cNvSpPr>
          <p:nvPr>
            <p:ph type="ftr" sz="quarter" idx="11"/>
          </p:nvPr>
        </p:nvSpPr>
        <p:spPr/>
        <p:txBody>
          <a:bodyPr/>
          <a:lstStyle/>
          <a:p>
            <a:endParaRPr lang="en-US"/>
          </a:p>
        </p:txBody>
      </p:sp>
      <p:sp>
        <p:nvSpPr>
          <p:cNvPr id="5" name="Rectangle 4"/>
          <p:cNvSpPr/>
          <p:nvPr/>
        </p:nvSpPr>
        <p:spPr>
          <a:xfrm>
            <a:off x="5777132" y="1922143"/>
            <a:ext cx="6096000" cy="3970318"/>
          </a:xfrm>
          <a:prstGeom prst="rect">
            <a:avLst/>
          </a:prstGeom>
        </p:spPr>
        <p:txBody>
          <a:bodyPr>
            <a:spAutoFit/>
          </a:bodyPr>
          <a:lstStyle/>
          <a:p>
            <a:r>
              <a:rPr lang="en-US" b="1" dirty="0"/>
              <a:t>6. Gallery (gallery.html)</a:t>
            </a:r>
          </a:p>
          <a:p>
            <a:r>
              <a:rPr lang="en-US" b="1" dirty="0"/>
              <a:t>Purpose:</a:t>
            </a:r>
            <a:r>
              <a:rPr lang="en-US" dirty="0"/>
              <a:t> Showcase estate visuals and events.</a:t>
            </a:r>
            <a:br>
              <a:rPr lang="en-US" dirty="0"/>
            </a:br>
            <a:r>
              <a:rPr lang="en-US" b="1" dirty="0"/>
              <a:t>Navigation links:</a:t>
            </a:r>
            <a:endParaRPr lang="en-US" dirty="0"/>
          </a:p>
          <a:p>
            <a:r>
              <a:rPr lang="en-US" dirty="0"/>
              <a:t>Home</a:t>
            </a:r>
          </a:p>
          <a:p>
            <a:r>
              <a:rPr lang="en-US" dirty="0"/>
              <a:t>About Us</a:t>
            </a:r>
          </a:p>
          <a:p>
            <a:r>
              <a:rPr lang="en-US" dirty="0"/>
              <a:t>Services</a:t>
            </a:r>
          </a:p>
          <a:p>
            <a:r>
              <a:rPr lang="en-US" dirty="0"/>
              <a:t>Gallery </a:t>
            </a:r>
            <a:r>
              <a:rPr lang="en-US" i="1" dirty="0"/>
              <a:t>(active)</a:t>
            </a:r>
            <a:endParaRPr lang="en-US" dirty="0"/>
          </a:p>
          <a:p>
            <a:r>
              <a:rPr lang="en-US" dirty="0"/>
              <a:t>Contact</a:t>
            </a:r>
          </a:p>
          <a:p>
            <a:r>
              <a:rPr lang="en-US" dirty="0"/>
              <a:t>Membership</a:t>
            </a:r>
          </a:p>
          <a:p>
            <a:r>
              <a:rPr lang="en-US" dirty="0"/>
              <a:t>Login</a:t>
            </a:r>
          </a:p>
          <a:p>
            <a:r>
              <a:rPr lang="en-US" b="1" dirty="0"/>
              <a:t>Conditional:</a:t>
            </a:r>
            <a:endParaRPr lang="en-US" dirty="0"/>
          </a:p>
          <a:p>
            <a:r>
              <a:rPr lang="en-US" dirty="0"/>
              <a:t>Logout</a:t>
            </a:r>
          </a:p>
          <a:p>
            <a:r>
              <a:rPr lang="en-US" dirty="0"/>
              <a:t>Update Profile</a:t>
            </a:r>
          </a:p>
          <a:p>
            <a:r>
              <a:rPr lang="en-US" dirty="0"/>
              <a:t>Admin Porta</a:t>
            </a:r>
          </a:p>
        </p:txBody>
      </p:sp>
    </p:spTree>
    <p:extLst>
      <p:ext uri="{BB962C8B-B14F-4D97-AF65-F5344CB8AC3E}">
        <p14:creationId xmlns:p14="http://schemas.microsoft.com/office/powerpoint/2010/main" val="39516385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Accesses  </a:t>
            </a:r>
            <a:r>
              <a:rPr lang="en-US" dirty="0" smtClean="0"/>
              <a:t>(4 </a:t>
            </a:r>
            <a:r>
              <a:rPr lang="en-US" dirty="0"/>
              <a:t>of 5)</a:t>
            </a:r>
          </a:p>
        </p:txBody>
      </p:sp>
      <p:sp>
        <p:nvSpPr>
          <p:cNvPr id="3" name="Content Placeholder 2"/>
          <p:cNvSpPr>
            <a:spLocks noGrp="1"/>
          </p:cNvSpPr>
          <p:nvPr>
            <p:ph idx="1"/>
          </p:nvPr>
        </p:nvSpPr>
        <p:spPr>
          <a:xfrm>
            <a:off x="838200" y="1825625"/>
            <a:ext cx="4605997" cy="4351338"/>
          </a:xfrm>
        </p:spPr>
        <p:txBody>
          <a:bodyPr>
            <a:normAutofit/>
          </a:bodyPr>
          <a:lstStyle/>
          <a:p>
            <a:r>
              <a:rPr lang="en-US" sz="1400" b="1" dirty="0"/>
              <a:t>7. Login (login.html)</a:t>
            </a:r>
          </a:p>
          <a:p>
            <a:r>
              <a:rPr lang="en-US" sz="1400" b="1" dirty="0"/>
              <a:t>Purpose:</a:t>
            </a:r>
            <a:r>
              <a:rPr lang="en-US" sz="1400" dirty="0"/>
              <a:t> Entry point for residents and admins.</a:t>
            </a:r>
            <a:br>
              <a:rPr lang="en-US" sz="1400" dirty="0"/>
            </a:br>
            <a:r>
              <a:rPr lang="en-US" sz="1400" b="1" dirty="0"/>
              <a:t>Navigation links:</a:t>
            </a:r>
            <a:endParaRPr lang="en-US" sz="1400" dirty="0"/>
          </a:p>
          <a:p>
            <a:r>
              <a:rPr lang="en-US" sz="1400" dirty="0"/>
              <a:t>Home</a:t>
            </a:r>
          </a:p>
          <a:p>
            <a:r>
              <a:rPr lang="en-US" sz="1400" dirty="0"/>
              <a:t>About Us</a:t>
            </a:r>
          </a:p>
          <a:p>
            <a:r>
              <a:rPr lang="en-US" sz="1400" dirty="0"/>
              <a:t>Contact</a:t>
            </a:r>
          </a:p>
          <a:p>
            <a:r>
              <a:rPr lang="en-US" sz="1400" dirty="0"/>
              <a:t>Membership</a:t>
            </a:r>
          </a:p>
          <a:p>
            <a:r>
              <a:rPr lang="en-US" sz="1400" b="1" dirty="0"/>
              <a:t>Exclude:</a:t>
            </a:r>
            <a:r>
              <a:rPr lang="en-US" sz="1400" dirty="0"/>
              <a:t/>
            </a:r>
            <a:br>
              <a:rPr lang="en-US" sz="1400" dirty="0"/>
            </a:br>
            <a:r>
              <a:rPr lang="en-US" sz="1400" dirty="0"/>
              <a:t>❌ Admin Portal (not visible before login)</a:t>
            </a:r>
            <a:br>
              <a:rPr lang="en-US" sz="1400" dirty="0"/>
            </a:br>
            <a:r>
              <a:rPr lang="en-US" sz="1400" dirty="0"/>
              <a:t>❌ Logout</a:t>
            </a:r>
          </a:p>
          <a:p>
            <a:r>
              <a:rPr lang="en-US" sz="1400" dirty="0"/>
              <a:t>After login, redirect user depending on role:</a:t>
            </a:r>
          </a:p>
          <a:p>
            <a:endParaRPr lang="en-US" sz="1400" dirty="0"/>
          </a:p>
        </p:txBody>
      </p:sp>
      <p:sp>
        <p:nvSpPr>
          <p:cNvPr id="4" name="Footer Placeholder 3"/>
          <p:cNvSpPr>
            <a:spLocks noGrp="1"/>
          </p:cNvSpPr>
          <p:nvPr>
            <p:ph type="ftr" sz="quarter" idx="11"/>
          </p:nvPr>
        </p:nvSpPr>
        <p:spPr/>
        <p:txBody>
          <a:bodyPr/>
          <a:lstStyle/>
          <a:p>
            <a:endParaRPr lang="en-US"/>
          </a:p>
        </p:txBody>
      </p:sp>
      <p:sp>
        <p:nvSpPr>
          <p:cNvPr id="5" name="Rectangle 4"/>
          <p:cNvSpPr/>
          <p:nvPr/>
        </p:nvSpPr>
        <p:spPr>
          <a:xfrm>
            <a:off x="5692726" y="1603168"/>
            <a:ext cx="6096000" cy="2677656"/>
          </a:xfrm>
          <a:prstGeom prst="rect">
            <a:avLst/>
          </a:prstGeom>
        </p:spPr>
        <p:txBody>
          <a:bodyPr>
            <a:spAutoFit/>
          </a:bodyPr>
          <a:lstStyle/>
          <a:p>
            <a:r>
              <a:rPr lang="en-US" sz="1400" b="1" dirty="0"/>
              <a:t>8. Dashboard (dashboard.html)</a:t>
            </a:r>
          </a:p>
          <a:p>
            <a:r>
              <a:rPr lang="en-US" sz="1400" b="1" dirty="0"/>
              <a:t>Purpose:</a:t>
            </a:r>
            <a:r>
              <a:rPr lang="en-US" sz="1400" dirty="0"/>
              <a:t> Resident’s private area — profile, requests, payments, notifications.</a:t>
            </a:r>
            <a:br>
              <a:rPr lang="en-US" sz="1400" dirty="0"/>
            </a:br>
            <a:r>
              <a:rPr lang="en-US" sz="1400" b="1" dirty="0"/>
              <a:t>Navigation links:</a:t>
            </a:r>
            <a:endParaRPr lang="en-US" sz="1400" dirty="0"/>
          </a:p>
          <a:p>
            <a:r>
              <a:rPr lang="en-US" sz="1400" dirty="0"/>
              <a:t>Dashboard </a:t>
            </a:r>
            <a:r>
              <a:rPr lang="en-US" sz="1400" i="1" dirty="0"/>
              <a:t>(active)</a:t>
            </a:r>
            <a:endParaRPr lang="en-US" sz="1400" dirty="0"/>
          </a:p>
          <a:p>
            <a:r>
              <a:rPr lang="en-US" sz="1400" dirty="0"/>
              <a:t>Update Profile</a:t>
            </a:r>
          </a:p>
          <a:p>
            <a:r>
              <a:rPr lang="en-US" sz="1400" dirty="0"/>
              <a:t>Membership Requests / My Access</a:t>
            </a:r>
          </a:p>
          <a:p>
            <a:r>
              <a:rPr lang="en-US" sz="1400" dirty="0"/>
              <a:t>Logout</a:t>
            </a:r>
          </a:p>
          <a:p>
            <a:r>
              <a:rPr lang="en-US" sz="1400" b="1" dirty="0"/>
              <a:t>Exclude:</a:t>
            </a:r>
            <a:r>
              <a:rPr lang="en-US" sz="1400" dirty="0"/>
              <a:t/>
            </a:r>
            <a:br>
              <a:rPr lang="en-US" sz="1400" dirty="0"/>
            </a:br>
            <a:r>
              <a:rPr lang="en-US" sz="1400" dirty="0"/>
              <a:t>❌ Login</a:t>
            </a:r>
            <a:br>
              <a:rPr lang="en-US" sz="1400" dirty="0"/>
            </a:br>
            <a:r>
              <a:rPr lang="en-US" sz="1400" dirty="0"/>
              <a:t>❌ Home (optional if internal-only)</a:t>
            </a:r>
          </a:p>
          <a:p>
            <a:r>
              <a:rPr lang="en-US" sz="1400" b="1" dirty="0"/>
              <a:t>Conditional:</a:t>
            </a:r>
            <a:endParaRPr lang="en-US" sz="1400" dirty="0"/>
          </a:p>
          <a:p>
            <a:r>
              <a:rPr lang="en-US" sz="1400" dirty="0"/>
              <a:t>Admin Portal (only for admins)</a:t>
            </a:r>
          </a:p>
        </p:txBody>
      </p:sp>
    </p:spTree>
    <p:extLst>
      <p:ext uri="{BB962C8B-B14F-4D97-AF65-F5344CB8AC3E}">
        <p14:creationId xmlns:p14="http://schemas.microsoft.com/office/powerpoint/2010/main" val="20850167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Accesses  (4 of 5)</a:t>
            </a:r>
          </a:p>
        </p:txBody>
      </p:sp>
      <p:sp>
        <p:nvSpPr>
          <p:cNvPr id="3" name="Content Placeholder 2"/>
          <p:cNvSpPr>
            <a:spLocks noGrp="1"/>
          </p:cNvSpPr>
          <p:nvPr>
            <p:ph idx="1"/>
          </p:nvPr>
        </p:nvSpPr>
        <p:spPr>
          <a:xfrm>
            <a:off x="749106" y="1563796"/>
            <a:ext cx="5872089" cy="4351338"/>
          </a:xfrm>
        </p:spPr>
        <p:txBody>
          <a:bodyPr>
            <a:normAutofit fontScale="92500" lnSpcReduction="10000"/>
          </a:bodyPr>
          <a:lstStyle/>
          <a:p>
            <a:r>
              <a:rPr lang="en-US" sz="1800" b="1" dirty="0"/>
              <a:t>9. Admin Portal (admin.html)</a:t>
            </a:r>
          </a:p>
          <a:p>
            <a:r>
              <a:rPr lang="en-US" sz="1800" b="1" dirty="0"/>
              <a:t>Purpose:</a:t>
            </a:r>
            <a:r>
              <a:rPr lang="en-US" sz="1800" dirty="0"/>
              <a:t> Manage users, residents, access logs, requests, etc.</a:t>
            </a:r>
            <a:br>
              <a:rPr lang="en-US" sz="1800" dirty="0"/>
            </a:br>
            <a:r>
              <a:rPr lang="en-US" sz="1800" b="1" dirty="0"/>
              <a:t>Navigation links:</a:t>
            </a:r>
            <a:endParaRPr lang="en-US" sz="1800" dirty="0"/>
          </a:p>
          <a:p>
            <a:r>
              <a:rPr lang="en-US" sz="1800" dirty="0"/>
              <a:t>Dashboard </a:t>
            </a:r>
            <a:r>
              <a:rPr lang="en-US" sz="1800" i="1" dirty="0"/>
              <a:t>(for navigation back)</a:t>
            </a:r>
            <a:endParaRPr lang="en-US" sz="1800" dirty="0"/>
          </a:p>
          <a:p>
            <a:r>
              <a:rPr lang="en-US" sz="1800" dirty="0"/>
              <a:t>Resident Management</a:t>
            </a:r>
          </a:p>
          <a:p>
            <a:r>
              <a:rPr lang="en-US" sz="1800" dirty="0"/>
              <a:t>Membership Requests</a:t>
            </a:r>
          </a:p>
          <a:p>
            <a:r>
              <a:rPr lang="en-US" sz="1800" dirty="0"/>
              <a:t>Access Logs</a:t>
            </a:r>
          </a:p>
          <a:p>
            <a:r>
              <a:rPr lang="en-US" sz="1800" dirty="0"/>
              <a:t>Reports</a:t>
            </a:r>
          </a:p>
          <a:p>
            <a:r>
              <a:rPr lang="en-US" sz="1800" dirty="0"/>
              <a:t>Logout</a:t>
            </a:r>
          </a:p>
          <a:p>
            <a:r>
              <a:rPr lang="en-US" sz="1800" b="1" dirty="0"/>
              <a:t>Exclude:</a:t>
            </a:r>
            <a:r>
              <a:rPr lang="en-US" sz="1800" dirty="0"/>
              <a:t/>
            </a:r>
            <a:br>
              <a:rPr lang="en-US" sz="1800" dirty="0"/>
            </a:br>
            <a:r>
              <a:rPr lang="en-US" sz="1800" dirty="0"/>
              <a:t>❌ Home, About, Gallery, etc. (irrelevant inside admin)</a:t>
            </a:r>
          </a:p>
          <a:p>
            <a:r>
              <a:rPr lang="en-US" sz="1800" b="1" dirty="0"/>
              <a:t>Access control:</a:t>
            </a:r>
            <a:r>
              <a:rPr lang="en-US" sz="1800" dirty="0"/>
              <a:t/>
            </a:r>
            <a:br>
              <a:rPr lang="en-US" sz="1800" dirty="0"/>
            </a:br>
            <a:r>
              <a:rPr lang="en-US" sz="1800" dirty="0"/>
              <a:t>Protect this route via JWT + role check on </a:t>
            </a:r>
            <a:r>
              <a:rPr lang="en-US" sz="1800" dirty="0" smtClean="0"/>
              <a:t>both</a:t>
            </a:r>
          </a:p>
          <a:p>
            <a:pPr marL="0" indent="0">
              <a:buNone/>
            </a:pPr>
            <a:r>
              <a:rPr lang="en-US" sz="1800" dirty="0"/>
              <a:t>	</a:t>
            </a:r>
            <a:r>
              <a:rPr lang="en-US" sz="1800" dirty="0" smtClean="0"/>
              <a:t> </a:t>
            </a:r>
            <a:r>
              <a:rPr lang="en-US" sz="1800" b="1" dirty="0"/>
              <a:t>frontend</a:t>
            </a:r>
            <a:r>
              <a:rPr lang="en-US" sz="1800" dirty="0"/>
              <a:t> and </a:t>
            </a:r>
            <a:r>
              <a:rPr lang="en-US" sz="1800" b="1" dirty="0"/>
              <a:t>backend</a:t>
            </a:r>
            <a:r>
              <a:rPr lang="en-US" sz="1800" dirty="0"/>
              <a:t>.</a:t>
            </a:r>
          </a:p>
          <a:p>
            <a:endParaRPr lang="en-US" dirty="0"/>
          </a:p>
        </p:txBody>
      </p:sp>
      <p:sp>
        <p:nvSpPr>
          <p:cNvPr id="6" name="Rectangle 2"/>
          <p:cNvSpPr>
            <a:spLocks noChangeArrowheads="1"/>
          </p:cNvSpPr>
          <p:nvPr/>
        </p:nvSpPr>
        <p:spPr bwMode="auto">
          <a:xfrm>
            <a:off x="6621195" y="1563796"/>
            <a:ext cx="5083126"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itchFamily="34" charset="0"/>
                <a:cs typeface="Arial" pitchFamily="34" charset="0"/>
              </a:rPr>
              <a:t>Index (index.html)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itchFamily="34" charset="0"/>
                <a:cs typeface="Arial" pitchFamily="34" charset="0"/>
              </a:rPr>
              <a:t>Purpose:</a:t>
            </a:r>
            <a:r>
              <a:rPr kumimoji="0" lang="en-US" altLang="en-US" sz="1400" b="0" i="0" u="none" strike="noStrike" cap="none" normalizeH="0" baseline="0" dirty="0" smtClean="0">
                <a:ln>
                  <a:noFill/>
                </a:ln>
                <a:solidFill>
                  <a:schemeClr val="tx1"/>
                </a:solidFill>
                <a:effectLst/>
                <a:latin typeface="Arial" pitchFamily="34" charset="0"/>
                <a:cs typeface="Arial" pitchFamily="34" charset="0"/>
              </a:rPr>
              <a:t> Simple redirect to home or splash page.</a:t>
            </a:r>
            <a:br>
              <a:rPr kumimoji="0" lang="en-US" altLang="en-US" sz="1400" b="0" i="0" u="none" strike="noStrike" cap="none" normalizeH="0" baseline="0" dirty="0" smtClean="0">
                <a:ln>
                  <a:noFill/>
                </a:ln>
                <a:solidFill>
                  <a:schemeClr val="tx1"/>
                </a:solidFill>
                <a:effectLst/>
                <a:latin typeface="Arial" pitchFamily="34" charset="0"/>
                <a:cs typeface="Arial" pitchFamily="34" charset="0"/>
              </a:rPr>
            </a:br>
            <a:r>
              <a:rPr kumimoji="0" lang="en-US" altLang="en-US" sz="1400" b="0" i="0" u="none" strike="noStrike" cap="none" normalizeH="0" baseline="0" dirty="0" smtClean="0">
                <a:ln>
                  <a:noFill/>
                </a:ln>
                <a:solidFill>
                  <a:schemeClr val="tx1"/>
                </a:solidFill>
                <a:effectLst/>
                <a:latin typeface="Arial" pitchFamily="34" charset="0"/>
                <a:cs typeface="Arial" pitchFamily="34" charset="0"/>
              </a:rPr>
              <a:t>Can auto-redirect:</a:t>
            </a:r>
            <a:endParaRPr kumimoji="0" lang="en-US" altLang="en-US" sz="1400" b="0" i="0" u="none" strike="noStrike" cap="none" normalizeH="0" baseline="0" dirty="0" smtClean="0">
              <a:ln>
                <a:noFill/>
              </a:ln>
              <a:solidFill>
                <a:schemeClr val="tx1"/>
              </a:solidFill>
              <a:effectLst/>
              <a:latin typeface="Arial Unicode MS" pitchFamily="34" charset="-128"/>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Arial Unicode MS" pitchFamily="34" charset="-128"/>
                <a:cs typeface="Arial" pitchFamily="34" charset="0"/>
              </a:rPr>
              <a:t>&lt;meta http-</a:t>
            </a:r>
            <a:r>
              <a:rPr kumimoji="0" lang="en-US" altLang="en-US" sz="1400" b="0" i="0" u="none" strike="noStrike" cap="none" normalizeH="0" baseline="0" dirty="0" err="1" smtClean="0">
                <a:ln>
                  <a:noFill/>
                </a:ln>
                <a:solidFill>
                  <a:schemeClr val="tx1"/>
                </a:solidFill>
                <a:effectLst/>
                <a:latin typeface="Arial Unicode MS" pitchFamily="34" charset="-128"/>
                <a:cs typeface="Arial" pitchFamily="34" charset="0"/>
              </a:rPr>
              <a:t>equiv</a:t>
            </a:r>
            <a:r>
              <a:rPr kumimoji="0" lang="en-US" altLang="en-US" sz="1400" b="0" i="0" u="none" strike="noStrike" cap="none" normalizeH="0" baseline="0" dirty="0" smtClean="0">
                <a:ln>
                  <a:noFill/>
                </a:ln>
                <a:solidFill>
                  <a:schemeClr val="tx1"/>
                </a:solidFill>
                <a:effectLst/>
                <a:latin typeface="Arial Unicode MS" pitchFamily="34" charset="-128"/>
                <a:cs typeface="Arial" pitchFamily="34" charset="0"/>
              </a:rPr>
              <a:t>="refresh" content="0; URL='home.html'" /&gt; </a:t>
            </a:r>
            <a:endParaRPr kumimoji="0" lang="en-US" altLang="en-US" sz="14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Arial" pitchFamily="34" charset="0"/>
                <a:cs typeface="Arial" pitchFamily="34" charset="0"/>
              </a:rPr>
              <a:t>or show a short intro/splash with </a:t>
            </a:r>
            <a:r>
              <a:rPr kumimoji="0" lang="en-US" altLang="en-US" sz="1400" b="1" i="0" u="none" strike="noStrike" cap="none" normalizeH="0" baseline="0" dirty="0" smtClean="0">
                <a:ln>
                  <a:noFill/>
                </a:ln>
                <a:solidFill>
                  <a:schemeClr val="tx1"/>
                </a:solidFill>
                <a:effectLst/>
                <a:latin typeface="Arial" pitchFamily="34" charset="0"/>
                <a:cs typeface="Arial" pitchFamily="34" charset="0"/>
              </a:rPr>
              <a:t>Enter Site</a:t>
            </a:r>
            <a:r>
              <a:rPr kumimoji="0" lang="en-US" altLang="en-US" sz="1400" b="0" i="0" u="none" strike="noStrike" cap="none" normalizeH="0" baseline="0" dirty="0" smtClean="0">
                <a:ln>
                  <a:noFill/>
                </a:ln>
                <a:solidFill>
                  <a:schemeClr val="tx1"/>
                </a:solidFill>
                <a:effectLst/>
                <a:latin typeface="Arial" pitchFamily="34" charset="0"/>
                <a:cs typeface="Arial" pitchFamily="34" charset="0"/>
              </a:rPr>
              <a:t> button.</a:t>
            </a:r>
          </a:p>
        </p:txBody>
      </p:sp>
    </p:spTree>
    <p:extLst>
      <p:ext uri="{BB962C8B-B14F-4D97-AF65-F5344CB8AC3E}">
        <p14:creationId xmlns:p14="http://schemas.microsoft.com/office/powerpoint/2010/main" val="30480108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	</a:t>
            </a:r>
            <a:endParaRPr lang="en-US" dirty="0"/>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731088" y="546211"/>
            <a:ext cx="7002561" cy="51140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905400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 Measures	</a:t>
            </a:r>
            <a:endParaRPr lang="en-US" dirty="0"/>
          </a:p>
        </p:txBody>
      </p:sp>
      <p:sp>
        <p:nvSpPr>
          <p:cNvPr id="3" name="Content Placeholder 2"/>
          <p:cNvSpPr>
            <a:spLocks noGrp="1"/>
          </p:cNvSpPr>
          <p:nvPr>
            <p:ph idx="1"/>
          </p:nvPr>
        </p:nvSpPr>
        <p:spPr/>
        <p:txBody>
          <a:bodyPr/>
          <a:lstStyle/>
          <a:p>
            <a:r>
              <a:rPr lang="en-US" dirty="0"/>
              <a:t>The </a:t>
            </a:r>
            <a:r>
              <a:rPr lang="en-US" b="1" dirty="0"/>
              <a:t>“Admin Portal”</a:t>
            </a:r>
            <a:r>
              <a:rPr lang="en-US" dirty="0"/>
              <a:t> link will exist in the HTML markup but will be </a:t>
            </a:r>
            <a:r>
              <a:rPr lang="en-US" b="1" dirty="0"/>
              <a:t>hidden by default</a:t>
            </a:r>
            <a:r>
              <a:rPr lang="en-US" dirty="0"/>
              <a:t> (class="hidden").</a:t>
            </a:r>
          </a:p>
          <a:p>
            <a:r>
              <a:rPr lang="en-US" dirty="0"/>
              <a:t>It will only be </a:t>
            </a:r>
            <a:r>
              <a:rPr lang="en-US" b="1" dirty="0"/>
              <a:t>shown by JavaScript</a:t>
            </a:r>
            <a:r>
              <a:rPr lang="en-US" dirty="0"/>
              <a:t> if the logged-in user’s role is "Admin".</a:t>
            </a:r>
          </a:p>
          <a:p>
            <a:r>
              <a:rPr lang="en-US" dirty="0"/>
              <a:t>Residents and visitors will </a:t>
            </a:r>
            <a:r>
              <a:rPr lang="en-US" b="1" dirty="0"/>
              <a:t>never see it</a:t>
            </a:r>
            <a:r>
              <a:rPr lang="en-US" dirty="0"/>
              <a:t>, even in the HTML (since it stays hidden)</a:t>
            </a:r>
          </a:p>
          <a:p>
            <a:endParaRPr lang="en-US" dirty="0"/>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431970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Visitor Registration</a:t>
            </a:r>
            <a:endParaRPr lang="en-US" dirty="0"/>
          </a:p>
        </p:txBody>
      </p:sp>
      <p:sp>
        <p:nvSpPr>
          <p:cNvPr id="3" name="Content Placeholder 2"/>
          <p:cNvSpPr>
            <a:spLocks noGrp="1"/>
          </p:cNvSpPr>
          <p:nvPr>
            <p:ph idx="1"/>
          </p:nvPr>
        </p:nvSpPr>
        <p:spPr/>
        <p:txBody>
          <a:bodyPr/>
          <a:lstStyle/>
          <a:p>
            <a:r>
              <a:rPr lang="en-US" dirty="0" smtClean="0"/>
              <a:t>Resident </a:t>
            </a:r>
            <a:r>
              <a:rPr lang="en-US" dirty="0"/>
              <a:t>information and resident ID fields are </a:t>
            </a:r>
            <a:r>
              <a:rPr lang="en-US" dirty="0" smtClean="0"/>
              <a:t>inactive because </a:t>
            </a:r>
            <a:r>
              <a:rPr lang="en-US" dirty="0"/>
              <a:t>you set them as </a:t>
            </a:r>
            <a:r>
              <a:rPr lang="en-US" b="1" dirty="0" err="1"/>
              <a:t>readonly</a:t>
            </a:r>
            <a:r>
              <a:rPr lang="en-US" dirty="0"/>
              <a:t>.</a:t>
            </a:r>
            <a:br>
              <a:rPr lang="en-US" dirty="0"/>
            </a:br>
            <a:r>
              <a:rPr lang="en-US" dirty="0"/>
              <a:t>They’re meant to </a:t>
            </a:r>
            <a:r>
              <a:rPr lang="en-US" b="1" dirty="0"/>
              <a:t>auto-fill</a:t>
            </a:r>
            <a:r>
              <a:rPr lang="en-US" dirty="0"/>
              <a:t> from the logged-in resident’s session (so residents can’t edit them manually).</a:t>
            </a:r>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630015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Files to Check for Login	</a:t>
            </a:r>
            <a:endParaRPr lang="en-US" dirty="0"/>
          </a:p>
        </p:txBody>
      </p:sp>
      <p:sp>
        <p:nvSpPr>
          <p:cNvPr id="3" name="Content Placeholder 2"/>
          <p:cNvSpPr>
            <a:spLocks noGrp="1"/>
          </p:cNvSpPr>
          <p:nvPr>
            <p:ph idx="1"/>
          </p:nvPr>
        </p:nvSpPr>
        <p:spPr/>
        <p:txBody>
          <a:bodyPr/>
          <a:lstStyle/>
          <a:p>
            <a:r>
              <a:rPr lang="en-US" dirty="0" smtClean="0"/>
              <a:t>backend/routes/authRoutes.js</a:t>
            </a:r>
          </a:p>
          <a:p>
            <a:r>
              <a:rPr lang="en-US" dirty="0" smtClean="0"/>
              <a:t>frontend/</a:t>
            </a:r>
            <a:r>
              <a:rPr lang="en-US" dirty="0" err="1" smtClean="0"/>
              <a:t>js</a:t>
            </a:r>
            <a:r>
              <a:rPr lang="en-US" dirty="0" smtClean="0"/>
              <a:t>/login.js</a:t>
            </a:r>
          </a:p>
          <a:p>
            <a:r>
              <a:rPr lang="en-US" dirty="0" smtClean="0"/>
              <a:t>frontend/</a:t>
            </a:r>
            <a:r>
              <a:rPr lang="en-US" dirty="0" err="1" smtClean="0"/>
              <a:t>js</a:t>
            </a:r>
            <a:r>
              <a:rPr lang="en-US" dirty="0" smtClean="0"/>
              <a:t>/logout.js</a:t>
            </a:r>
          </a:p>
          <a:p>
            <a:r>
              <a:rPr lang="en-US"/>
              <a:t>admin.js or membership.js</a:t>
            </a:r>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7841261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964933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2E142A2C-CD16-42D6-873A-C26D2A0506FA}" vid="{1BDDFF52-6CD6-40A5-AB3C-68EB2F1E4D0A}"/>
    </a:ext>
  </a:extLst>
</a:theme>
</file>

<file path=docMetadata/LabelInfo.xml><?xml version="1.0" encoding="utf-8"?>
<clbl:labelList xmlns:clbl="http://schemas.microsoft.com/office/2020/mipLabelMetadata">
  <clbl:label id="{92e84ceb-fbfd-47ab-be52-080c6b87953f}" enabled="0" method="" siteId="{92e84ceb-fbfd-47ab-be52-080c6b87953f}" removed="1"/>
</clbl:labelList>
</file>

<file path=docProps/app.xml><?xml version="1.0" encoding="utf-8"?>
<Properties xmlns="http://schemas.openxmlformats.org/officeDocument/2006/extended-properties" xmlns:vt="http://schemas.openxmlformats.org/officeDocument/2006/docPropsVTypes">
  <Template>Civic</Template>
  <TotalTime>6900</TotalTime>
  <Words>1867</Words>
  <Application>Microsoft Office PowerPoint</Application>
  <PresentationFormat>Custom</PresentationFormat>
  <Paragraphs>418</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Estate Access Management System- Athi Highway Estate</vt:lpstr>
      <vt:lpstr>Problem Statement</vt:lpstr>
      <vt:lpstr>Objectives</vt:lpstr>
      <vt:lpstr>Project Tools</vt:lpstr>
      <vt:lpstr>USER ROLES OVERVIEW</vt:lpstr>
      <vt:lpstr>DATABASE STRUCTURE</vt:lpstr>
      <vt:lpstr>SQL Example</vt:lpstr>
      <vt:lpstr>BACKEND LOGIC SUMMARY</vt:lpstr>
      <vt:lpstr>PowerPoint Presentation</vt:lpstr>
      <vt:lpstr>ADMIN APPROVAL ENDPOINT</vt:lpstr>
      <vt:lpstr>PowerPoint Presentation</vt:lpstr>
      <vt:lpstr>backend/routes/authRoutes.js</vt:lpstr>
      <vt:lpstr>PRIVILEDGES</vt:lpstr>
      <vt:lpstr> Login process: Visitor </vt:lpstr>
      <vt:lpstr>Login process: Approved Resident</vt:lpstr>
      <vt:lpstr>PowerPoint Presentation</vt:lpstr>
      <vt:lpstr>How It Works </vt:lpstr>
      <vt:lpstr>PowerPoint Presentation</vt:lpstr>
      <vt:lpstr>Group Registration</vt:lpstr>
      <vt:lpstr>Admin Approval </vt:lpstr>
      <vt:lpstr>Achieved</vt:lpstr>
      <vt:lpstr>Intranet and Extranet For secure access and scalability, Estate Access Management System  can work as both an intranet and extranet</vt:lpstr>
      <vt:lpstr>Accesses  (1 of 5)</vt:lpstr>
      <vt:lpstr>Accesses (2 of 5)</vt:lpstr>
      <vt:lpstr>Accesses  (3 of 5)</vt:lpstr>
      <vt:lpstr>Accesses  (4 of 5)</vt:lpstr>
      <vt:lpstr>Accesses  (4 of 5)</vt:lpstr>
      <vt:lpstr>SUMMARY </vt:lpstr>
      <vt:lpstr>Security Measures </vt:lpstr>
      <vt:lpstr>Visitor Registration</vt:lpstr>
      <vt:lpstr>Files to Check for Login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Name</dc:title>
  <dc:creator>Victoria Mukami</dc:creator>
  <cp:lastModifiedBy>Guest Guest</cp:lastModifiedBy>
  <cp:revision>31</cp:revision>
  <dcterms:created xsi:type="dcterms:W3CDTF">2020-07-20T10:01:19Z</dcterms:created>
  <dcterms:modified xsi:type="dcterms:W3CDTF">2025-10-31T20:15:21Z</dcterms:modified>
</cp:coreProperties>
</file>